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1"/>
    <p:sldMasterId id="2147483724" r:id="rId2"/>
  </p:sldMasterIdLst>
  <p:notesMasterIdLst>
    <p:notesMasterId r:id="rId4"/>
  </p:notesMasterIdLst>
  <p:handoutMasterIdLst>
    <p:handoutMasterId r:id="rId5"/>
  </p:handoutMasterIdLst>
  <p:sldIdLst>
    <p:sldId id="486" r:id="rId3"/>
  </p:sldIdLst>
  <p:sldSz cx="12192000" cy="6858000"/>
  <p:notesSz cx="6451600" cy="9321800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orient="horz" pos="2341" userDrawn="1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4156">
          <p15:clr>
            <a:srgbClr val="A4A3A4"/>
          </p15:clr>
        </p15:guide>
        <p15:guide id="5" orient="horz" pos="754" userDrawn="1">
          <p15:clr>
            <a:srgbClr val="A4A3A4"/>
          </p15:clr>
        </p15:guide>
        <p15:guide id="6" pos="3840">
          <p15:clr>
            <a:srgbClr val="A4A3A4"/>
          </p15:clr>
        </p15:guide>
        <p15:guide id="7" pos="211">
          <p15:clr>
            <a:srgbClr val="A4A3A4"/>
          </p15:clr>
        </p15:guide>
        <p15:guide id="8" pos="7469">
          <p15:clr>
            <a:srgbClr val="A4A3A4"/>
          </p15:clr>
        </p15:guide>
        <p15:guide id="9" pos="3688">
          <p15:clr>
            <a:srgbClr val="A4A3A4"/>
          </p15:clr>
        </p15:guide>
        <p15:guide id="10" pos="39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6" userDrawn="1">
          <p15:clr>
            <a:srgbClr val="A4A3A4"/>
          </p15:clr>
        </p15:guide>
        <p15:guide id="2" pos="203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Klaudt" initials="SK" lastIdx="1" clrIdx="0">
    <p:extLst>
      <p:ext uri="{19B8F6BF-5375-455C-9EA6-DF929625EA0E}">
        <p15:presenceInfo xmlns:p15="http://schemas.microsoft.com/office/powerpoint/2012/main" userId="Sebastian Klaudt" providerId="None"/>
      </p:ext>
    </p:extLst>
  </p:cmAuthor>
  <p:cmAuthor id="2" name="Michael Hoß" initials="MH" lastIdx="1" clrIdx="1">
    <p:extLst>
      <p:ext uri="{19B8F6BF-5375-455C-9EA6-DF929625EA0E}">
        <p15:presenceInfo xmlns:p15="http://schemas.microsoft.com/office/powerpoint/2012/main" userId="S-1-5-21-2887681565-1567014954-3579115003-14845" providerId="AD"/>
      </p:ext>
    </p:extLst>
  </p:cmAuthor>
  <p:cmAuthor id="4" name="Bastian Lampe" initials="BL" lastIdx="19" clrIdx="2">
    <p:extLst>
      <p:ext uri="{19B8F6BF-5375-455C-9EA6-DF929625EA0E}">
        <p15:presenceInfo xmlns:p15="http://schemas.microsoft.com/office/powerpoint/2012/main" userId="S::kz77ratpnta7hxty@m365.rwth-aachen.de::55ee7dd9-f143-463f-9ccc-5e837cf395d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AE5"/>
    <a:srgbClr val="EBEBEB"/>
    <a:srgbClr val="E57200"/>
    <a:srgbClr val="8B8B8B"/>
    <a:srgbClr val="00549F"/>
    <a:srgbClr val="FFE600"/>
    <a:srgbClr val="FFED00"/>
    <a:srgbClr val="94B7FF"/>
    <a:srgbClr val="3399FF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gitternetz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9" autoAdjust="0"/>
    <p:restoredTop sz="75879" autoAdjust="0"/>
  </p:normalViewPr>
  <p:slideViewPr>
    <p:cSldViewPr showGuides="1">
      <p:cViewPr>
        <p:scale>
          <a:sx n="125" d="100"/>
          <a:sy n="125" d="100"/>
        </p:scale>
        <p:origin x="2840" y="-64"/>
      </p:cViewPr>
      <p:guideLst>
        <p:guide orient="horz" pos="2296"/>
        <p:guide orient="horz" pos="2341"/>
        <p:guide orient="horz" pos="119"/>
        <p:guide orient="horz" pos="4156"/>
        <p:guide orient="horz" pos="754"/>
        <p:guide pos="3840"/>
        <p:guide pos="211"/>
        <p:guide pos="7469"/>
        <p:guide pos="3688"/>
        <p:guide pos="399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480" y="102"/>
      </p:cViewPr>
      <p:guideLst>
        <p:guide orient="horz" pos="2936"/>
        <p:guide pos="20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795693" cy="466091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8854092"/>
            <a:ext cx="2795693" cy="466091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654417" y="8854092"/>
            <a:ext cx="2795693" cy="466091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EBCB5D9A-C2F1-4FFB-83CC-A186914A64B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quarter" idx="1"/>
          </p:nvPr>
        </p:nvSpPr>
        <p:spPr>
          <a:xfrm>
            <a:off x="3654417" y="0"/>
            <a:ext cx="2795693" cy="466091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3B1880FF-5A4E-4F25-9CEE-0D75F7C3E5E1}" type="datetimeFigureOut">
              <a:rPr lang="de-DE" smtClean="0"/>
              <a:pPr/>
              <a:t>17.07.2026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795693" cy="466091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654417" y="0"/>
            <a:ext cx="2795693" cy="466091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4D31F1D7-8377-4A76-8F5D-3E76EEE25737}" type="datetimeFigureOut">
              <a:rPr lang="de-DE" smtClean="0"/>
              <a:pPr/>
              <a:t>17.07.2026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698500"/>
            <a:ext cx="6216650" cy="3497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45160" y="4427855"/>
            <a:ext cx="5161280" cy="4194810"/>
          </a:xfrm>
          <a:prstGeom prst="rect">
            <a:avLst/>
          </a:prstGeom>
        </p:spPr>
        <p:txBody>
          <a:bodyPr vert="horz" lIns="91422" tIns="45711" rIns="91422" bIns="45711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8854092"/>
            <a:ext cx="2795693" cy="466091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654417" y="8854092"/>
            <a:ext cx="2795693" cy="466091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45A0C133-2FF1-4A65-8FB9-994063EC256F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4.svg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10.svg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5" Type="http://schemas.openxmlformats.org/officeDocument/2006/relationships/image" Target="../media/image4.svg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17.emf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52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DC_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 Verbindung 19">
            <a:extLst>
              <a:ext uri="{FF2B5EF4-FFF2-40B4-BE49-F238E27FC236}">
                <a16:creationId xmlns:a16="http://schemas.microsoft.com/office/drawing/2014/main" id="{F336FE7B-3507-4C31-AE9D-3CD07E6DC471}"/>
              </a:ext>
            </a:extLst>
          </p:cNvPr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9328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84" imgH="384" progId="TCLayout.ActiveDocument.1">
                  <p:embed/>
                </p:oleObj>
              </mc:Choice>
              <mc:Fallback>
                <p:oleObj name="think-cell Folie" r:id="rId3" imgW="384" imgH="384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Ellipse 9"/>
          <p:cNvSpPr/>
          <p:nvPr/>
        </p:nvSpPr>
        <p:spPr>
          <a:xfrm>
            <a:off x="119336" y="404664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3953862-FAC6-4327-8722-A7341876673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tx2">
                <a:lumMod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8" y="620688"/>
            <a:ext cx="984468" cy="60333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Inhaltsplatzhalter">
            <a:extLst>
              <a:ext uri="{FF2B5EF4-FFF2-40B4-BE49-F238E27FC236}">
                <a16:creationId xmlns:a16="http://schemas.microsoft.com/office/drawing/2014/main" id="{3C133341-77FC-495B-A485-03BCF073B6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171717"/>
                </a:solidFill>
              </a:defRPr>
            </a:lvl1pPr>
            <a:lvl2pPr>
              <a:defRPr sz="1400">
                <a:solidFill>
                  <a:srgbClr val="171717"/>
                </a:solidFill>
              </a:defRPr>
            </a:lvl2pPr>
            <a:lvl3pPr>
              <a:defRPr sz="1400">
                <a:solidFill>
                  <a:srgbClr val="171717"/>
                </a:solidFill>
              </a:defRPr>
            </a:lvl3pPr>
            <a:lvl4pPr>
              <a:defRPr sz="1400">
                <a:solidFill>
                  <a:srgbClr val="171717"/>
                </a:solidFill>
              </a:defRPr>
            </a:lvl4pPr>
            <a:lvl5pPr>
              <a:defRPr sz="1400">
                <a:solidFill>
                  <a:srgbClr val="171717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33" name="Titel">
            <a:extLst>
              <a:ext uri="{FF2B5EF4-FFF2-40B4-BE49-F238E27FC236}">
                <a16:creationId xmlns:a16="http://schemas.microsoft.com/office/drawing/2014/main" id="{0226A411-C2D8-476D-9F49-4022C1F17D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7057456" cy="360040"/>
          </a:xfrm>
          <a:prstGeom prst="rect">
            <a:avLst/>
          </a:prstGeom>
        </p:spPr>
        <p:txBody>
          <a:bodyPr vert="horz" anchor="b"/>
          <a:lstStyle>
            <a:lvl1pPr>
              <a:defRPr i="0">
                <a:solidFill>
                  <a:srgbClr val="6C6C6C"/>
                </a:solidFill>
              </a:defRPr>
            </a:lvl1pPr>
          </a:lstStyle>
          <a:p>
            <a:r>
              <a:rPr lang="en-US" noProof="0" dirty="0"/>
              <a:t>Subsection - Unit</a:t>
            </a:r>
          </a:p>
        </p:txBody>
      </p:sp>
      <p:sp>
        <p:nvSpPr>
          <p:cNvPr id="34" name="Textplatzhalter 15">
            <a:extLst>
              <a:ext uri="{FF2B5EF4-FFF2-40B4-BE49-F238E27FC236}">
                <a16:creationId xmlns:a16="http://schemas.microsoft.com/office/drawing/2014/main" id="{BE6B3F98-55F8-4C9B-B799-207B3D0285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9937776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rgbClr val="00549F"/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066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DC_To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5549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84" imgH="384" progId="TCLayout.ActiveDocument.1">
                  <p:embed/>
                </p:oleObj>
              </mc:Choice>
              <mc:Fallback>
                <p:oleObj name="think-cell Folie" r:id="rId3" imgW="384" imgH="384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 Verbindung 19"/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lipse 15">
            <a:extLst>
              <a:ext uri="{FF2B5EF4-FFF2-40B4-BE49-F238E27FC236}">
                <a16:creationId xmlns:a16="http://schemas.microsoft.com/office/drawing/2014/main" id="{4ADB94BF-24C4-4735-9264-99BE1B51C8C3}"/>
              </a:ext>
            </a:extLst>
          </p:cNvPr>
          <p:cNvSpPr/>
          <p:nvPr/>
        </p:nvSpPr>
        <p:spPr>
          <a:xfrm>
            <a:off x="119336" y="404664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pic>
        <p:nvPicPr>
          <p:cNvPr id="5" name="Grafik 4" descr="Zahnrad mit einfarbiger Füllung">
            <a:extLst>
              <a:ext uri="{FF2B5EF4-FFF2-40B4-BE49-F238E27FC236}">
                <a16:creationId xmlns:a16="http://schemas.microsoft.com/office/drawing/2014/main" id="{A781C60C-F8EF-479F-BF4B-7020BA2CCCE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80" y="494182"/>
            <a:ext cx="841840" cy="841840"/>
          </a:xfrm>
          <a:prstGeom prst="rect">
            <a:avLst/>
          </a:prstGeom>
        </p:spPr>
      </p:pic>
      <p:sp>
        <p:nvSpPr>
          <p:cNvPr id="10" name="Inhaltsplatzhalter">
            <a:extLst>
              <a:ext uri="{FF2B5EF4-FFF2-40B4-BE49-F238E27FC236}">
                <a16:creationId xmlns:a16="http://schemas.microsoft.com/office/drawing/2014/main" id="{97228217-A197-4AD7-9E26-D1019E0C0D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171717"/>
                </a:solidFill>
              </a:defRPr>
            </a:lvl1pPr>
            <a:lvl2pPr>
              <a:defRPr sz="1400">
                <a:solidFill>
                  <a:srgbClr val="171717"/>
                </a:solidFill>
              </a:defRPr>
            </a:lvl2pPr>
            <a:lvl3pPr>
              <a:defRPr sz="1400">
                <a:solidFill>
                  <a:srgbClr val="171717"/>
                </a:solidFill>
              </a:defRPr>
            </a:lvl3pPr>
            <a:lvl4pPr>
              <a:defRPr sz="1400">
                <a:solidFill>
                  <a:srgbClr val="171717"/>
                </a:solidFill>
              </a:defRPr>
            </a:lvl4pPr>
            <a:lvl5pPr>
              <a:defRPr sz="1400">
                <a:solidFill>
                  <a:srgbClr val="171717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15" name="Titel">
            <a:extLst>
              <a:ext uri="{FF2B5EF4-FFF2-40B4-BE49-F238E27FC236}">
                <a16:creationId xmlns:a16="http://schemas.microsoft.com/office/drawing/2014/main" id="{AFD7D839-4931-4C47-BD91-18421ABABC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7057456" cy="360040"/>
          </a:xfrm>
          <a:prstGeom prst="rect">
            <a:avLst/>
          </a:prstGeom>
        </p:spPr>
        <p:txBody>
          <a:bodyPr vert="horz" anchor="b"/>
          <a:lstStyle>
            <a:lvl1pPr>
              <a:defRPr i="0">
                <a:solidFill>
                  <a:srgbClr val="6C6C6C"/>
                </a:solidFill>
              </a:defRPr>
            </a:lvl1pPr>
          </a:lstStyle>
          <a:p>
            <a:r>
              <a:rPr lang="en-US" noProof="0" dirty="0"/>
              <a:t>Subsection - Unit</a:t>
            </a:r>
          </a:p>
        </p:txBody>
      </p:sp>
      <p:sp>
        <p:nvSpPr>
          <p:cNvPr id="17" name="Textplatzhalter 15">
            <a:extLst>
              <a:ext uri="{FF2B5EF4-FFF2-40B4-BE49-F238E27FC236}">
                <a16:creationId xmlns:a16="http://schemas.microsoft.com/office/drawing/2014/main" id="{487B40C4-36D7-4944-88FE-0A17E7B8F9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9937776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rgbClr val="00549F"/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34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L_Se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7B2B1CFD-B1DB-473D-91D6-E0D063C816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1554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7B2B1CFD-B1DB-473D-91D6-E0D063C816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 Verbindung 19"/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e 4"/>
          <p:cNvSpPr/>
          <p:nvPr userDrawn="1"/>
        </p:nvSpPr>
        <p:spPr>
          <a:xfrm>
            <a:off x="118744" y="404664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857834ED-B7FA-4463-BF51-594598544F7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27" y="548680"/>
            <a:ext cx="747123" cy="747123"/>
          </a:xfrm>
          <a:prstGeom prst="rect">
            <a:avLst/>
          </a:prstGeom>
        </p:spPr>
      </p:pic>
      <p:sp>
        <p:nvSpPr>
          <p:cNvPr id="10" name="Inhaltsplatzhalter">
            <a:extLst>
              <a:ext uri="{FF2B5EF4-FFF2-40B4-BE49-F238E27FC236}">
                <a16:creationId xmlns:a16="http://schemas.microsoft.com/office/drawing/2014/main" id="{91D0E661-92C6-4D4F-A4FB-8F229EBF89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171717"/>
                </a:solidFill>
              </a:defRPr>
            </a:lvl1pPr>
            <a:lvl2pPr>
              <a:defRPr sz="1400">
                <a:solidFill>
                  <a:srgbClr val="171717"/>
                </a:solidFill>
              </a:defRPr>
            </a:lvl2pPr>
            <a:lvl3pPr>
              <a:defRPr sz="1400">
                <a:solidFill>
                  <a:srgbClr val="171717"/>
                </a:solidFill>
              </a:defRPr>
            </a:lvl3pPr>
            <a:lvl4pPr>
              <a:defRPr sz="1400">
                <a:solidFill>
                  <a:srgbClr val="171717"/>
                </a:solidFill>
              </a:defRPr>
            </a:lvl4pPr>
            <a:lvl5pPr>
              <a:defRPr sz="1400">
                <a:solidFill>
                  <a:srgbClr val="171717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12" name="Titel">
            <a:extLst>
              <a:ext uri="{FF2B5EF4-FFF2-40B4-BE49-F238E27FC236}">
                <a16:creationId xmlns:a16="http://schemas.microsoft.com/office/drawing/2014/main" id="{DBEF3CAF-5757-40F0-8B89-0A17DF230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7057456" cy="360040"/>
          </a:xfrm>
          <a:prstGeom prst="rect">
            <a:avLst/>
          </a:prstGeom>
        </p:spPr>
        <p:txBody>
          <a:bodyPr vert="horz" anchor="b"/>
          <a:lstStyle>
            <a:lvl1pPr>
              <a:defRPr i="0">
                <a:solidFill>
                  <a:srgbClr val="6C6C6C"/>
                </a:solidFill>
              </a:defRPr>
            </a:lvl1pPr>
          </a:lstStyle>
          <a:p>
            <a:r>
              <a:rPr lang="en-US" noProof="0" dirty="0"/>
              <a:t>Subsection - Unit</a:t>
            </a:r>
          </a:p>
        </p:txBody>
      </p:sp>
      <p:sp>
        <p:nvSpPr>
          <p:cNvPr id="14" name="Textplatzhalter 15">
            <a:extLst>
              <a:ext uri="{FF2B5EF4-FFF2-40B4-BE49-F238E27FC236}">
                <a16:creationId xmlns:a16="http://schemas.microsoft.com/office/drawing/2014/main" id="{32BE2CF7-94EE-428A-B44E-B469427D42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9937776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9062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DC_F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AA43858-4729-4824-81E1-4A9986552D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4436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AA43858-4729-4824-81E1-4A9986552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 Verbindung 19"/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e 4"/>
          <p:cNvSpPr/>
          <p:nvPr userDrawn="1"/>
        </p:nvSpPr>
        <p:spPr>
          <a:xfrm>
            <a:off x="118744" y="404664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56" y="617058"/>
            <a:ext cx="596088" cy="596088"/>
          </a:xfrm>
          <a:prstGeom prst="rect">
            <a:avLst/>
          </a:prstGeom>
        </p:spPr>
      </p:pic>
      <p:sp>
        <p:nvSpPr>
          <p:cNvPr id="10" name="Inhaltsplatzhalter">
            <a:extLst>
              <a:ext uri="{FF2B5EF4-FFF2-40B4-BE49-F238E27FC236}">
                <a16:creationId xmlns:a16="http://schemas.microsoft.com/office/drawing/2014/main" id="{88F049A4-B56E-493E-9E1A-BBB01ED450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171717"/>
                </a:solidFill>
              </a:defRPr>
            </a:lvl1pPr>
            <a:lvl2pPr>
              <a:defRPr sz="1400">
                <a:solidFill>
                  <a:srgbClr val="171717"/>
                </a:solidFill>
              </a:defRPr>
            </a:lvl2pPr>
            <a:lvl3pPr>
              <a:defRPr sz="1400">
                <a:solidFill>
                  <a:srgbClr val="171717"/>
                </a:solidFill>
              </a:defRPr>
            </a:lvl3pPr>
            <a:lvl4pPr>
              <a:defRPr sz="1400">
                <a:solidFill>
                  <a:srgbClr val="171717"/>
                </a:solidFill>
              </a:defRPr>
            </a:lvl4pPr>
            <a:lvl5pPr>
              <a:defRPr sz="1400">
                <a:solidFill>
                  <a:srgbClr val="171717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12" name="Titel">
            <a:extLst>
              <a:ext uri="{FF2B5EF4-FFF2-40B4-BE49-F238E27FC236}">
                <a16:creationId xmlns:a16="http://schemas.microsoft.com/office/drawing/2014/main" id="{96352720-D64A-482B-BA23-A31641035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7057456" cy="360040"/>
          </a:xfrm>
          <a:prstGeom prst="rect">
            <a:avLst/>
          </a:prstGeom>
        </p:spPr>
        <p:txBody>
          <a:bodyPr vert="horz" anchor="b"/>
          <a:lstStyle>
            <a:lvl1pPr>
              <a:defRPr i="0">
                <a:solidFill>
                  <a:srgbClr val="6C6C6C"/>
                </a:solidFill>
              </a:defRPr>
            </a:lvl1pPr>
          </a:lstStyle>
          <a:p>
            <a:r>
              <a:rPr lang="en-US" noProof="0" dirty="0"/>
              <a:t>Subsection - Unit</a:t>
            </a:r>
          </a:p>
        </p:txBody>
      </p:sp>
      <p:sp>
        <p:nvSpPr>
          <p:cNvPr id="14" name="Textplatzhalter 15">
            <a:extLst>
              <a:ext uri="{FF2B5EF4-FFF2-40B4-BE49-F238E27FC236}">
                <a16:creationId xmlns:a16="http://schemas.microsoft.com/office/drawing/2014/main" id="{397A9EF9-9280-4ED1-91FA-AD433E6EDB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9937776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rgbClr val="00549F"/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697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DC_Guid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9986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 Verbindung 19"/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e 4"/>
          <p:cNvSpPr/>
          <p:nvPr userDrawn="1"/>
        </p:nvSpPr>
        <p:spPr>
          <a:xfrm>
            <a:off x="119336" y="404664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grpSp>
        <p:nvGrpSpPr>
          <p:cNvPr id="20" name="Gruppieren 19"/>
          <p:cNvGrpSpPr/>
          <p:nvPr userDrawn="1"/>
        </p:nvGrpSpPr>
        <p:grpSpPr>
          <a:xfrm>
            <a:off x="265608" y="620684"/>
            <a:ext cx="714384" cy="576072"/>
            <a:chOff x="227448" y="612648"/>
            <a:chExt cx="714384" cy="576072"/>
          </a:xfrm>
        </p:grpSpPr>
        <p:sp>
          <p:nvSpPr>
            <p:cNvPr id="6" name="Freihandform 5"/>
            <p:cNvSpPr/>
            <p:nvPr userDrawn="1"/>
          </p:nvSpPr>
          <p:spPr>
            <a:xfrm>
              <a:off x="310896" y="740664"/>
              <a:ext cx="630936" cy="177713"/>
            </a:xfrm>
            <a:custGeom>
              <a:avLst/>
              <a:gdLst>
                <a:gd name="connsiteX0" fmla="*/ 0 w 630936"/>
                <a:gd name="connsiteY0" fmla="*/ 155448 h 177713"/>
                <a:gd name="connsiteX1" fmla="*/ 265176 w 630936"/>
                <a:gd name="connsiteY1" fmla="*/ 164592 h 177713"/>
                <a:gd name="connsiteX2" fmla="*/ 630936 w 630936"/>
                <a:gd name="connsiteY2" fmla="*/ 0 h 17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0936" h="177713">
                  <a:moveTo>
                    <a:pt x="0" y="155448"/>
                  </a:moveTo>
                  <a:cubicBezTo>
                    <a:pt x="80010" y="172974"/>
                    <a:pt x="160020" y="190500"/>
                    <a:pt x="265176" y="164592"/>
                  </a:cubicBezTo>
                  <a:cubicBezTo>
                    <a:pt x="370332" y="138684"/>
                    <a:pt x="500634" y="69342"/>
                    <a:pt x="630936" y="0"/>
                  </a:cubicBezTo>
                </a:path>
              </a:pathLst>
            </a:custGeom>
            <a:noFill/>
            <a:ln w="28575">
              <a:solidFill>
                <a:srgbClr val="C5C5C5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Freihandform 13"/>
            <p:cNvSpPr/>
            <p:nvPr userDrawn="1"/>
          </p:nvSpPr>
          <p:spPr>
            <a:xfrm>
              <a:off x="320040" y="896112"/>
              <a:ext cx="457200" cy="292608"/>
            </a:xfrm>
            <a:custGeom>
              <a:avLst/>
              <a:gdLst>
                <a:gd name="connsiteX0" fmla="*/ 0 w 457200"/>
                <a:gd name="connsiteY0" fmla="*/ 0 h 292608"/>
                <a:gd name="connsiteX1" fmla="*/ 182880 w 457200"/>
                <a:gd name="connsiteY1" fmla="*/ 54864 h 292608"/>
                <a:gd name="connsiteX2" fmla="*/ 457200 w 457200"/>
                <a:gd name="connsiteY2" fmla="*/ 292608 h 292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7200" h="292608">
                  <a:moveTo>
                    <a:pt x="0" y="0"/>
                  </a:moveTo>
                  <a:cubicBezTo>
                    <a:pt x="53340" y="3048"/>
                    <a:pt x="106680" y="6096"/>
                    <a:pt x="182880" y="54864"/>
                  </a:cubicBezTo>
                  <a:cubicBezTo>
                    <a:pt x="259080" y="103632"/>
                    <a:pt x="358140" y="198120"/>
                    <a:pt x="457200" y="292608"/>
                  </a:cubicBezTo>
                </a:path>
              </a:pathLst>
            </a:custGeom>
            <a:noFill/>
            <a:ln w="28575">
              <a:solidFill>
                <a:srgbClr val="C5C5C5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Freihandform 14"/>
            <p:cNvSpPr/>
            <p:nvPr userDrawn="1"/>
          </p:nvSpPr>
          <p:spPr>
            <a:xfrm>
              <a:off x="320040" y="612648"/>
              <a:ext cx="457200" cy="320102"/>
            </a:xfrm>
            <a:custGeom>
              <a:avLst/>
              <a:gdLst>
                <a:gd name="connsiteX0" fmla="*/ 0 w 457200"/>
                <a:gd name="connsiteY0" fmla="*/ 292608 h 320102"/>
                <a:gd name="connsiteX1" fmla="*/ 173736 w 457200"/>
                <a:gd name="connsiteY1" fmla="*/ 310896 h 320102"/>
                <a:gd name="connsiteX2" fmla="*/ 292608 w 457200"/>
                <a:gd name="connsiteY2" fmla="*/ 164592 h 320102"/>
                <a:gd name="connsiteX3" fmla="*/ 457200 w 457200"/>
                <a:gd name="connsiteY3" fmla="*/ 0 h 3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7200" h="320102">
                  <a:moveTo>
                    <a:pt x="0" y="292608"/>
                  </a:moveTo>
                  <a:cubicBezTo>
                    <a:pt x="62484" y="312420"/>
                    <a:pt x="124968" y="332232"/>
                    <a:pt x="173736" y="310896"/>
                  </a:cubicBezTo>
                  <a:cubicBezTo>
                    <a:pt x="222504" y="289560"/>
                    <a:pt x="245364" y="216408"/>
                    <a:pt x="292608" y="164592"/>
                  </a:cubicBezTo>
                  <a:cubicBezTo>
                    <a:pt x="339852" y="112776"/>
                    <a:pt x="398526" y="56388"/>
                    <a:pt x="457200" y="0"/>
                  </a:cubicBezTo>
                </a:path>
              </a:pathLst>
            </a:custGeom>
            <a:noFill/>
            <a:ln w="28575">
              <a:solidFill>
                <a:srgbClr val="C5C5C5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Freihandform 16"/>
            <p:cNvSpPr/>
            <p:nvPr userDrawn="1"/>
          </p:nvSpPr>
          <p:spPr>
            <a:xfrm>
              <a:off x="338328" y="914400"/>
              <a:ext cx="484632" cy="109728"/>
            </a:xfrm>
            <a:custGeom>
              <a:avLst/>
              <a:gdLst>
                <a:gd name="connsiteX0" fmla="*/ 0 w 484632"/>
                <a:gd name="connsiteY0" fmla="*/ 0 h 109728"/>
                <a:gd name="connsiteX1" fmla="*/ 292608 w 484632"/>
                <a:gd name="connsiteY1" fmla="*/ 36576 h 109728"/>
                <a:gd name="connsiteX2" fmla="*/ 484632 w 484632"/>
                <a:gd name="connsiteY2" fmla="*/ 109728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632" h="109728">
                  <a:moveTo>
                    <a:pt x="0" y="0"/>
                  </a:moveTo>
                  <a:cubicBezTo>
                    <a:pt x="105918" y="9144"/>
                    <a:pt x="211836" y="18288"/>
                    <a:pt x="292608" y="36576"/>
                  </a:cubicBezTo>
                  <a:cubicBezTo>
                    <a:pt x="373380" y="54864"/>
                    <a:pt x="429006" y="82296"/>
                    <a:pt x="484632" y="109728"/>
                  </a:cubicBezTo>
                </a:path>
              </a:pathLst>
            </a:custGeom>
            <a:noFill/>
            <a:ln w="28575">
              <a:solidFill>
                <a:srgbClr val="C5C5C5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Freihandform 18"/>
            <p:cNvSpPr/>
            <p:nvPr userDrawn="1"/>
          </p:nvSpPr>
          <p:spPr>
            <a:xfrm>
              <a:off x="347472" y="886904"/>
              <a:ext cx="576072" cy="36640"/>
            </a:xfrm>
            <a:custGeom>
              <a:avLst/>
              <a:gdLst>
                <a:gd name="connsiteX0" fmla="*/ 0 w 576072"/>
                <a:gd name="connsiteY0" fmla="*/ 18352 h 36640"/>
                <a:gd name="connsiteX1" fmla="*/ 118872 w 576072"/>
                <a:gd name="connsiteY1" fmla="*/ 27496 h 36640"/>
                <a:gd name="connsiteX2" fmla="*/ 301752 w 576072"/>
                <a:gd name="connsiteY2" fmla="*/ 64 h 36640"/>
                <a:gd name="connsiteX3" fmla="*/ 576072 w 576072"/>
                <a:gd name="connsiteY3" fmla="*/ 36640 h 36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072" h="36640">
                  <a:moveTo>
                    <a:pt x="0" y="18352"/>
                  </a:moveTo>
                  <a:cubicBezTo>
                    <a:pt x="34290" y="24448"/>
                    <a:pt x="68580" y="30544"/>
                    <a:pt x="118872" y="27496"/>
                  </a:cubicBezTo>
                  <a:cubicBezTo>
                    <a:pt x="169164" y="24448"/>
                    <a:pt x="225552" y="-1460"/>
                    <a:pt x="301752" y="64"/>
                  </a:cubicBezTo>
                  <a:cubicBezTo>
                    <a:pt x="377952" y="1588"/>
                    <a:pt x="477012" y="19114"/>
                    <a:pt x="576072" y="36640"/>
                  </a:cubicBezTo>
                </a:path>
              </a:pathLst>
            </a:custGeom>
            <a:noFill/>
            <a:ln w="28575">
              <a:solidFill>
                <a:srgbClr val="6B6B6B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Ellipse 2"/>
            <p:cNvSpPr>
              <a:spLocks noChangeAspect="1"/>
            </p:cNvSpPr>
            <p:nvPr userDrawn="1"/>
          </p:nvSpPr>
          <p:spPr>
            <a:xfrm>
              <a:off x="227448" y="818720"/>
              <a:ext cx="180000" cy="180000"/>
            </a:xfrm>
            <a:prstGeom prst="ellipse">
              <a:avLst/>
            </a:prstGeom>
            <a:solidFill>
              <a:srgbClr val="6B6B6B"/>
            </a:solidFill>
            <a:ln w="12700">
              <a:solidFill>
                <a:srgbClr val="6B6B6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6" name="Inhaltsplatzhalter">
            <a:extLst>
              <a:ext uri="{FF2B5EF4-FFF2-40B4-BE49-F238E27FC236}">
                <a16:creationId xmlns:a16="http://schemas.microsoft.com/office/drawing/2014/main" id="{418FC178-3FA1-4057-A826-A2DB0B5503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171717"/>
                </a:solidFill>
              </a:defRPr>
            </a:lvl1pPr>
            <a:lvl2pPr>
              <a:defRPr sz="1400">
                <a:solidFill>
                  <a:srgbClr val="171717"/>
                </a:solidFill>
              </a:defRPr>
            </a:lvl2pPr>
            <a:lvl3pPr>
              <a:defRPr sz="1400">
                <a:solidFill>
                  <a:srgbClr val="171717"/>
                </a:solidFill>
              </a:defRPr>
            </a:lvl3pPr>
            <a:lvl4pPr>
              <a:defRPr sz="1400">
                <a:solidFill>
                  <a:srgbClr val="171717"/>
                </a:solidFill>
              </a:defRPr>
            </a:lvl4pPr>
            <a:lvl5pPr>
              <a:defRPr sz="1400">
                <a:solidFill>
                  <a:srgbClr val="171717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23" name="Titel">
            <a:extLst>
              <a:ext uri="{FF2B5EF4-FFF2-40B4-BE49-F238E27FC236}">
                <a16:creationId xmlns:a16="http://schemas.microsoft.com/office/drawing/2014/main" id="{ACB6EE05-F470-4290-B78C-B0C134A9E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7057456" cy="360040"/>
          </a:xfrm>
          <a:prstGeom prst="rect">
            <a:avLst/>
          </a:prstGeom>
        </p:spPr>
        <p:txBody>
          <a:bodyPr vert="horz" anchor="b"/>
          <a:lstStyle>
            <a:lvl1pPr>
              <a:defRPr i="0">
                <a:solidFill>
                  <a:srgbClr val="6C6C6C"/>
                </a:solidFill>
              </a:defRPr>
            </a:lvl1pPr>
          </a:lstStyle>
          <a:p>
            <a:r>
              <a:rPr lang="en-US" noProof="0" dirty="0"/>
              <a:t>Subsection - Unit</a:t>
            </a:r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1FA98B6D-A82C-416A-AB8D-5AD889BBC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9937776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rgbClr val="00549F"/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087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DC_V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13F263C5-BD36-4E83-A2BA-26B4885BCD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5437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4" progId="TCLayout.ActiveDocument.1">
                  <p:embed/>
                </p:oleObj>
              </mc:Choice>
              <mc:Fallback>
                <p:oleObj name="think-cell Folie" r:id="rId3" imgW="425" imgH="424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13F263C5-BD36-4E83-A2BA-26B4885BCD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Ellipse 9">
            <a:extLst>
              <a:ext uri="{FF2B5EF4-FFF2-40B4-BE49-F238E27FC236}">
                <a16:creationId xmlns:a16="http://schemas.microsoft.com/office/drawing/2014/main" id="{9868B43E-4CC0-44BC-B9AE-701172DB5F9F}"/>
              </a:ext>
            </a:extLst>
          </p:cNvPr>
          <p:cNvSpPr/>
          <p:nvPr userDrawn="1"/>
        </p:nvSpPr>
        <p:spPr>
          <a:xfrm>
            <a:off x="119336" y="404664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cxnSp>
        <p:nvCxnSpPr>
          <p:cNvPr id="4" name="Gerade Verbindung 19"/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2C0EE8EC-A6D4-4F40-9B74-48A35A2E3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3" t="17989" r="22047" b="32149"/>
          <a:stretch/>
        </p:blipFill>
        <p:spPr>
          <a:xfrm>
            <a:off x="292758" y="586201"/>
            <a:ext cx="690674" cy="655978"/>
          </a:xfrm>
          <a:prstGeom prst="rect">
            <a:avLst/>
          </a:prstGeom>
          <a:ln>
            <a:noFill/>
          </a:ln>
        </p:spPr>
      </p:pic>
      <p:sp>
        <p:nvSpPr>
          <p:cNvPr id="12" name="Inhaltsplatzhalter">
            <a:extLst>
              <a:ext uri="{FF2B5EF4-FFF2-40B4-BE49-F238E27FC236}">
                <a16:creationId xmlns:a16="http://schemas.microsoft.com/office/drawing/2014/main" id="{9754020E-202D-47D1-ACD9-0DC5CB06F05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rgbClr val="171717"/>
                </a:solidFill>
              </a:defRPr>
            </a:lvl1pPr>
            <a:lvl2pPr>
              <a:defRPr sz="1400">
                <a:solidFill>
                  <a:srgbClr val="171717"/>
                </a:solidFill>
              </a:defRPr>
            </a:lvl2pPr>
            <a:lvl3pPr>
              <a:defRPr sz="1400">
                <a:solidFill>
                  <a:srgbClr val="171717"/>
                </a:solidFill>
              </a:defRPr>
            </a:lvl3pPr>
            <a:lvl4pPr>
              <a:defRPr sz="1400">
                <a:solidFill>
                  <a:srgbClr val="171717"/>
                </a:solidFill>
              </a:defRPr>
            </a:lvl4pPr>
            <a:lvl5pPr>
              <a:defRPr sz="1400">
                <a:solidFill>
                  <a:srgbClr val="171717"/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18" name="Titel">
            <a:extLst>
              <a:ext uri="{FF2B5EF4-FFF2-40B4-BE49-F238E27FC236}">
                <a16:creationId xmlns:a16="http://schemas.microsoft.com/office/drawing/2014/main" id="{A5F53BB0-3150-4510-8DD5-0B631D476C26}"/>
              </a:ext>
            </a:extLst>
          </p:cNvPr>
          <p:cNvSpPr txBox="1">
            <a:spLocks/>
          </p:cNvSpPr>
          <p:nvPr userDrawn="1"/>
        </p:nvSpPr>
        <p:spPr>
          <a:xfrm>
            <a:off x="1342800" y="555062"/>
            <a:ext cx="7057456" cy="36004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2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>
                <a:solidFill>
                  <a:srgbClr val="6C6C6C"/>
                </a:solidFill>
              </a:rPr>
              <a:t>Subsection - Unit</a:t>
            </a:r>
          </a:p>
        </p:txBody>
      </p:sp>
      <p:sp>
        <p:nvSpPr>
          <p:cNvPr id="19" name="Textplatzhalter 15">
            <a:extLst>
              <a:ext uri="{FF2B5EF4-FFF2-40B4-BE49-F238E27FC236}">
                <a16:creationId xmlns:a16="http://schemas.microsoft.com/office/drawing/2014/main" id="{186DD1DA-1DC0-4E4A-903B-7BD3FE1F83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9937776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rgbClr val="00549F"/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401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L_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71931445-75C2-4D7A-B40D-D114B79C27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98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71931445-75C2-4D7A-B40D-D114B79C27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KontaktTypen"/>
          <p:cNvSpPr/>
          <p:nvPr userDrawn="1"/>
        </p:nvSpPr>
        <p:spPr>
          <a:xfrm>
            <a:off x="1342800" y="5072988"/>
            <a:ext cx="9825810" cy="1385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dirty="0">
                <a:latin typeface="Myriad Pro" pitchFamily="34" charset="0"/>
                <a:cs typeface="Arial" pitchFamily="34" charset="0"/>
              </a:rPr>
              <a:t>Phone</a:t>
            </a:r>
          </a:p>
          <a:p>
            <a:r>
              <a:rPr lang="de-DE" dirty="0">
                <a:latin typeface="Myriad Pro" pitchFamily="34" charset="0"/>
                <a:cs typeface="Arial" pitchFamily="34" charset="0"/>
              </a:rPr>
              <a:t>Fax</a:t>
            </a:r>
          </a:p>
          <a:p>
            <a:endParaRPr lang="de-DE" dirty="0">
              <a:latin typeface="Myriad Pro" pitchFamily="34" charset="0"/>
              <a:cs typeface="Arial" pitchFamily="34" charset="0"/>
            </a:endParaRPr>
          </a:p>
          <a:p>
            <a:pPr>
              <a:tabLst>
                <a:tab pos="990600" algn="l"/>
              </a:tabLst>
            </a:pPr>
            <a:r>
              <a:rPr lang="de-DE" dirty="0">
                <a:latin typeface="Myriad Pro" pitchFamily="34" charset="0"/>
                <a:cs typeface="Arial" pitchFamily="34" charset="0"/>
              </a:rPr>
              <a:t>E-Mail</a:t>
            </a:r>
            <a:br>
              <a:rPr lang="de-DE" dirty="0">
                <a:latin typeface="Myriad Pro" pitchFamily="34" charset="0"/>
                <a:cs typeface="Arial" pitchFamily="34" charset="0"/>
              </a:rPr>
            </a:br>
            <a:r>
              <a:rPr lang="de-DE" dirty="0">
                <a:latin typeface="Myriad Pro" pitchFamily="34" charset="0"/>
                <a:cs typeface="Arial" pitchFamily="34" charset="0"/>
              </a:rPr>
              <a:t>Internet</a:t>
            </a:r>
            <a:r>
              <a:rPr lang="de-DE" baseline="0" dirty="0">
                <a:latin typeface="Myriad Pro" pitchFamily="34" charset="0"/>
                <a:cs typeface="Arial" pitchFamily="34" charset="0"/>
              </a:rPr>
              <a:t>	</a:t>
            </a:r>
            <a:r>
              <a:rPr lang="de-DE" dirty="0">
                <a:latin typeface="Myriad Pro" pitchFamily="34" charset="0"/>
                <a:cs typeface="Arial" pitchFamily="34" charset="0"/>
              </a:rPr>
              <a:t>www.ika.rwth-aachen.de</a:t>
            </a:r>
          </a:p>
        </p:txBody>
      </p:sp>
      <p:cxnSp>
        <p:nvCxnSpPr>
          <p:cNvPr id="5" name="Gerade Verbindung 3"/>
          <p:cNvCxnSpPr/>
          <p:nvPr userDrawn="1"/>
        </p:nvCxnSpPr>
        <p:spPr>
          <a:xfrm>
            <a:off x="592336" y="301804"/>
            <a:ext cx="5313040" cy="3468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/>
          <p:cNvSpPr/>
          <p:nvPr userDrawn="1"/>
        </p:nvSpPr>
        <p:spPr>
          <a:xfrm>
            <a:off x="5833368" y="89248"/>
            <a:ext cx="432048" cy="432048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cxnSp>
        <p:nvCxnSpPr>
          <p:cNvPr id="7" name="Gerade Verbindung 7"/>
          <p:cNvCxnSpPr/>
          <p:nvPr userDrawn="1"/>
        </p:nvCxnSpPr>
        <p:spPr>
          <a:xfrm>
            <a:off x="0" y="692696"/>
            <a:ext cx="3359696" cy="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3359696" y="692696"/>
            <a:ext cx="1901437" cy="504056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 userDrawn="1"/>
        </p:nvSpPr>
        <p:spPr>
          <a:xfrm>
            <a:off x="5087888" y="980728"/>
            <a:ext cx="432048" cy="432048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cxnSp>
        <p:nvCxnSpPr>
          <p:cNvPr id="13" name="Gerade Verbindung 19"/>
          <p:cNvCxnSpPr/>
          <p:nvPr userDrawn="1"/>
        </p:nvCxnSpPr>
        <p:spPr>
          <a:xfrm flipV="1">
            <a:off x="622800" y="0"/>
            <a:ext cx="567" cy="305272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9"/>
          <p:cNvCxnSpPr/>
          <p:nvPr userDrawn="1"/>
        </p:nvCxnSpPr>
        <p:spPr>
          <a:xfrm flipH="1">
            <a:off x="-1029" y="1374000"/>
            <a:ext cx="896334" cy="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4"/>
          <p:cNvSpPr/>
          <p:nvPr userDrawn="1"/>
        </p:nvSpPr>
        <p:spPr>
          <a:xfrm>
            <a:off x="118800" y="870622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>
          <a:xfrm>
            <a:off x="2974375" y="374083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Institute </a:t>
            </a:r>
            <a:r>
              <a:rPr lang="de-DE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for</a:t>
            </a:r>
            <a:r>
              <a:rPr lang="de-DE" dirty="0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 Automotive Engineering</a:t>
            </a:r>
          </a:p>
          <a:p>
            <a:r>
              <a:rPr lang="de-DE" dirty="0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RWTH Aachen University</a:t>
            </a:r>
          </a:p>
          <a:p>
            <a:r>
              <a:rPr lang="de-DE" dirty="0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Steinbachstraße 7</a:t>
            </a:r>
          </a:p>
          <a:p>
            <a:r>
              <a:rPr lang="de-DE" dirty="0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52074 Aachen</a:t>
            </a:r>
          </a:p>
        </p:txBody>
      </p:sp>
      <p:sp>
        <p:nvSpPr>
          <p:cNvPr id="29" name="Textfeld 28"/>
          <p:cNvSpPr txBox="1"/>
          <p:nvPr userDrawn="1"/>
        </p:nvSpPr>
        <p:spPr>
          <a:xfrm>
            <a:off x="2226149" y="5013176"/>
            <a:ext cx="7470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dirty="0"/>
              <a:t>+49 241 </a:t>
            </a:r>
          </a:p>
          <a:p>
            <a:pPr lvl="0"/>
            <a:r>
              <a:rPr lang="de-DE" dirty="0"/>
              <a:t>+49 241</a:t>
            </a:r>
          </a:p>
          <a:p>
            <a:pPr lvl="0"/>
            <a:endParaRPr lang="de-DE" dirty="0"/>
          </a:p>
        </p:txBody>
      </p:sp>
      <p:sp>
        <p:nvSpPr>
          <p:cNvPr id="30" name="Name"/>
          <p:cNvSpPr>
            <a:spLocks noGrp="1"/>
          </p:cNvSpPr>
          <p:nvPr>
            <p:ph type="body" sz="quarter" idx="12" hasCustomPrompt="1"/>
          </p:nvPr>
        </p:nvSpPr>
        <p:spPr>
          <a:xfrm>
            <a:off x="3028053" y="2564945"/>
            <a:ext cx="8861310" cy="3599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GB" noProof="0" dirty="0"/>
              <a:t>Dr.-</a:t>
            </a:r>
            <a:r>
              <a:rPr lang="en-GB" noProof="0" dirty="0" err="1"/>
              <a:t>Ing</a:t>
            </a:r>
            <a:r>
              <a:rPr lang="en-GB" noProof="0" dirty="0"/>
              <a:t>. / Dipl.-</a:t>
            </a:r>
            <a:r>
              <a:rPr lang="en-GB" noProof="0" dirty="0" err="1"/>
              <a:t>Ing</a:t>
            </a:r>
            <a:r>
              <a:rPr lang="en-GB" noProof="0" dirty="0"/>
              <a:t>. </a:t>
            </a:r>
            <a:r>
              <a:rPr lang="en-GB" noProof="0" dirty="0" err="1"/>
              <a:t>Vorname</a:t>
            </a:r>
            <a:r>
              <a:rPr lang="en-GB" noProof="0" dirty="0"/>
              <a:t> </a:t>
            </a:r>
            <a:r>
              <a:rPr lang="en-GB" noProof="0" dirty="0" err="1"/>
              <a:t>Nachname</a:t>
            </a:r>
            <a:r>
              <a:rPr lang="en-GB" noProof="0" dirty="0"/>
              <a:t> (</a:t>
            </a:r>
            <a:r>
              <a:rPr lang="en-GB" noProof="0" dirty="0" err="1"/>
              <a:t>Bearbeiter</a:t>
            </a:r>
            <a:r>
              <a:rPr lang="en-GB" noProof="0" dirty="0"/>
              <a:t>, </a:t>
            </a:r>
            <a:r>
              <a:rPr lang="en-GB" noProof="0" dirty="0" err="1"/>
              <a:t>Ansprechpartner</a:t>
            </a:r>
            <a:r>
              <a:rPr lang="en-GB" noProof="0" dirty="0"/>
              <a:t>)</a:t>
            </a:r>
          </a:p>
        </p:txBody>
      </p:sp>
      <p:sp>
        <p:nvSpPr>
          <p:cNvPr id="31" name="Name"/>
          <p:cNvSpPr>
            <a:spLocks noGrp="1"/>
          </p:cNvSpPr>
          <p:nvPr>
            <p:ph type="body" sz="quarter" idx="13" hasCustomPrompt="1"/>
          </p:nvPr>
        </p:nvSpPr>
        <p:spPr>
          <a:xfrm>
            <a:off x="3215680" y="5056807"/>
            <a:ext cx="1440160" cy="52023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1800"/>
            </a:lvl1pPr>
          </a:lstStyle>
          <a:p>
            <a:pPr lvl="0"/>
            <a:r>
              <a:rPr lang="en-GB" noProof="0" dirty="0"/>
              <a:t>80 </a:t>
            </a:r>
            <a:r>
              <a:rPr lang="en-GB" noProof="0" dirty="0" err="1"/>
              <a:t>xxxxx</a:t>
            </a: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pPr>
            <a:r>
              <a:rPr lang="en-GB" noProof="0" dirty="0"/>
              <a:t>80 </a:t>
            </a:r>
            <a:r>
              <a:rPr lang="en-GB" noProof="0" dirty="0" err="1"/>
              <a:t>xxxxx</a:t>
            </a:r>
            <a:endParaRPr lang="en-GB" noProof="0" dirty="0"/>
          </a:p>
          <a:p>
            <a:pPr lvl="0"/>
            <a:endParaRPr lang="en-GB" noProof="0" dirty="0"/>
          </a:p>
        </p:txBody>
      </p:sp>
      <p:sp>
        <p:nvSpPr>
          <p:cNvPr id="32" name="Name"/>
          <p:cNvSpPr>
            <a:spLocks noGrp="1"/>
          </p:cNvSpPr>
          <p:nvPr>
            <p:ph type="body" sz="quarter" idx="14" hasCustomPrompt="1"/>
          </p:nvPr>
        </p:nvSpPr>
        <p:spPr>
          <a:xfrm>
            <a:off x="2313484" y="5878475"/>
            <a:ext cx="7776864" cy="2601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pPr>
            <a:r>
              <a:rPr lang="en-GB" noProof="0" dirty="0"/>
              <a:t>xxxxxx@ika.rwth-Aachen.de</a:t>
            </a:r>
          </a:p>
          <a:p>
            <a:pPr lvl="0"/>
            <a:endParaRPr lang="en-GB" noProof="0" dirty="0"/>
          </a:p>
        </p:txBody>
      </p:sp>
      <p:pic>
        <p:nvPicPr>
          <p:cNvPr id="4" name="Grafik 3" descr="Mitarbeiterausweis mit einfarbiger Füllung">
            <a:extLst>
              <a:ext uri="{FF2B5EF4-FFF2-40B4-BE49-F238E27FC236}">
                <a16:creationId xmlns:a16="http://schemas.microsoft.com/office/drawing/2014/main" id="{F8C23010-FF51-471C-AADA-B4AE9F9A599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403" y="1033129"/>
            <a:ext cx="682793" cy="682793"/>
          </a:xfrm>
          <a:prstGeom prst="rect">
            <a:avLst/>
          </a:prstGeom>
        </p:spPr>
      </p:pic>
      <p:sp>
        <p:nvSpPr>
          <p:cNvPr id="19" name="Titel">
            <a:extLst>
              <a:ext uri="{FF2B5EF4-FFF2-40B4-BE49-F238E27FC236}">
                <a16:creationId xmlns:a16="http://schemas.microsoft.com/office/drawing/2014/main" id="{E50B880F-0A82-4DA9-A648-2261DF57A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5480" y="1020341"/>
            <a:ext cx="6841432" cy="360040"/>
          </a:xfrm>
          <a:prstGeom prst="rect">
            <a:avLst/>
          </a:prstGeom>
        </p:spPr>
        <p:txBody>
          <a:bodyPr vert="horz" anchor="b"/>
          <a:lstStyle>
            <a:lvl1pPr>
              <a:defRPr b="1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6C6C6C"/>
                </a:solidFill>
              </a:rPr>
              <a:t>Contact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451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tDatum"/>
          <p:cNvSpPr>
            <a:spLocks noGrp="1"/>
          </p:cNvSpPr>
          <p:nvPr>
            <p:ph type="body" sz="quarter" idx="11" hasCustomPrompt="1"/>
          </p:nvPr>
        </p:nvSpPr>
        <p:spPr>
          <a:xfrm>
            <a:off x="932200" y="4633255"/>
            <a:ext cx="11523599" cy="359999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1800">
                <a:solidFill>
                  <a:srgbClr val="515151"/>
                </a:solidFill>
              </a:defRPr>
            </a:lvl1pPr>
          </a:lstStyle>
          <a:p>
            <a:r>
              <a:rPr lang="en-US" dirty="0"/>
              <a:t>Aachen</a:t>
            </a:r>
            <a:r>
              <a:rPr lang="en-US"/>
              <a:t>, Winter Term 2021/2022</a:t>
            </a:r>
            <a:endParaRPr lang="en-US" dirty="0"/>
          </a:p>
          <a:p>
            <a:endParaRPr lang="en-US" dirty="0"/>
          </a:p>
        </p:txBody>
      </p:sp>
      <p:sp>
        <p:nvSpPr>
          <p:cNvPr id="13" name="Name"/>
          <p:cNvSpPr>
            <a:spLocks noGrp="1"/>
          </p:cNvSpPr>
          <p:nvPr>
            <p:ph type="body" sz="quarter" idx="12" hasCustomPrompt="1"/>
          </p:nvPr>
        </p:nvSpPr>
        <p:spPr>
          <a:xfrm>
            <a:off x="932199" y="5132282"/>
            <a:ext cx="11523599" cy="3599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rgbClr val="515151"/>
                </a:solidFill>
              </a:defRPr>
            </a:lvl1pPr>
          </a:lstStyle>
          <a:p>
            <a:pPr lvl="0"/>
            <a:r>
              <a:rPr lang="de-DE" dirty="0"/>
              <a:t>Name, M.Sc.</a:t>
            </a:r>
          </a:p>
        </p:txBody>
      </p:sp>
      <p:sp>
        <p:nvSpPr>
          <p:cNvPr id="7" name="Adresse"/>
          <p:cNvSpPr>
            <a:spLocks noGrp="1"/>
          </p:cNvSpPr>
          <p:nvPr>
            <p:ph type="body" sz="quarter" idx="13" hasCustomPrompt="1"/>
          </p:nvPr>
        </p:nvSpPr>
        <p:spPr>
          <a:xfrm>
            <a:off x="932199" y="5816402"/>
            <a:ext cx="11523599" cy="792000"/>
          </a:xfrm>
        </p:spPr>
        <p:txBody>
          <a:bodyPr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aseline="0">
                <a:solidFill>
                  <a:srgbClr val="515151"/>
                </a:solidFill>
              </a:defRPr>
            </a:lvl1pPr>
          </a:lstStyle>
          <a:p>
            <a:r>
              <a:rPr lang="de-DE" dirty="0"/>
              <a:t>Institute </a:t>
            </a:r>
            <a:r>
              <a:rPr lang="de-DE" dirty="0" err="1"/>
              <a:t>for</a:t>
            </a:r>
            <a:r>
              <a:rPr lang="de-DE" dirty="0"/>
              <a:t> Automotive Engineering</a:t>
            </a:r>
          </a:p>
        </p:txBody>
      </p:sp>
      <p:cxnSp>
        <p:nvCxnSpPr>
          <p:cNvPr id="9" name="Gerade Verbindung 13"/>
          <p:cNvCxnSpPr/>
          <p:nvPr userDrawn="1"/>
        </p:nvCxnSpPr>
        <p:spPr>
          <a:xfrm>
            <a:off x="0" y="620688"/>
            <a:ext cx="6456040" cy="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 userDrawn="1"/>
        </p:nvSpPr>
        <p:spPr>
          <a:xfrm>
            <a:off x="6384032" y="404664"/>
            <a:ext cx="432048" cy="432048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cxnSp>
        <p:nvCxnSpPr>
          <p:cNvPr id="12" name="Gerade Verbindung 15"/>
          <p:cNvCxnSpPr/>
          <p:nvPr userDrawn="1"/>
        </p:nvCxnSpPr>
        <p:spPr>
          <a:xfrm>
            <a:off x="585788" y="980728"/>
            <a:ext cx="2761208" cy="1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/>
          <p:cNvSpPr/>
          <p:nvPr userDrawn="1"/>
        </p:nvSpPr>
        <p:spPr>
          <a:xfrm>
            <a:off x="5735960" y="1268760"/>
            <a:ext cx="432048" cy="432048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cxnSp>
        <p:nvCxnSpPr>
          <p:cNvPr id="15" name="Gerade Verbindung 18"/>
          <p:cNvCxnSpPr/>
          <p:nvPr userDrawn="1"/>
        </p:nvCxnSpPr>
        <p:spPr>
          <a:xfrm>
            <a:off x="3346996" y="980728"/>
            <a:ext cx="2604988" cy="504056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9"/>
          <p:cNvCxnSpPr/>
          <p:nvPr userDrawn="1"/>
        </p:nvCxnSpPr>
        <p:spPr>
          <a:xfrm flipV="1">
            <a:off x="622800" y="967740"/>
            <a:ext cx="0" cy="589026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Inhaltsplatzhalter 10"/>
          <p:cNvSpPr>
            <a:spLocks noGrp="1"/>
          </p:cNvSpPr>
          <p:nvPr>
            <p:ph sz="quarter" idx="10" hasCustomPrompt="1"/>
          </p:nvPr>
        </p:nvSpPr>
        <p:spPr>
          <a:xfrm>
            <a:off x="932200" y="3142612"/>
            <a:ext cx="10513167" cy="1015662"/>
          </a:xfrm>
        </p:spPr>
        <p:txBody>
          <a:bodyPr/>
          <a:lstStyle>
            <a:lvl1pPr marL="0" indent="0">
              <a:buNone/>
              <a:defRPr sz="2800">
                <a:solidFill>
                  <a:srgbClr val="515151"/>
                </a:solidFill>
              </a:defRPr>
            </a:lvl1pPr>
          </a:lstStyle>
          <a:p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  <a:cs typeface="Myriad Arabic" pitchFamily="50" charset="-78"/>
              </a:rPr>
              <a:t>Subsection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Myriad Pro" pitchFamily="34" charset="0"/>
              <a:cs typeface="Myriad Arabic" pitchFamily="50" charset="-78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  <a:cs typeface="Myriad Arabic" pitchFamily="50" charset="-78"/>
              </a:rPr>
              <a:t>Unit</a:t>
            </a:r>
          </a:p>
        </p:txBody>
      </p:sp>
      <p:sp>
        <p:nvSpPr>
          <p:cNvPr id="4" name="Rechteck 3"/>
          <p:cNvSpPr/>
          <p:nvPr userDrawn="1"/>
        </p:nvSpPr>
        <p:spPr>
          <a:xfrm>
            <a:off x="840765" y="1770684"/>
            <a:ext cx="642195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Automated</a:t>
            </a:r>
            <a:r>
              <a:rPr lang="de-DE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 </a:t>
            </a:r>
            <a:r>
              <a:rPr lang="de-DE" sz="2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and</a:t>
            </a:r>
            <a:r>
              <a:rPr lang="de-DE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 </a:t>
            </a:r>
            <a:r>
              <a:rPr lang="de-DE" sz="2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Connected</a:t>
            </a:r>
            <a:r>
              <a:rPr lang="de-DE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 </a:t>
            </a:r>
            <a:r>
              <a:rPr lang="de-DE" sz="2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Driving</a:t>
            </a:r>
            <a:r>
              <a:rPr lang="de-DE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 </a:t>
            </a:r>
            <a:r>
              <a:rPr lang="de-DE" sz="2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Challenges</a:t>
            </a:r>
            <a:endParaRPr lang="de-DE" sz="2200" b="1" dirty="0">
              <a:solidFill>
                <a:schemeClr val="tx1">
                  <a:lumMod val="75000"/>
                  <a:lumOff val="25000"/>
                </a:schemeClr>
              </a:solidFill>
              <a:latin typeface="Myriad Pro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Myriad Pro" pitchFamily="34" charset="0"/>
              <a:cs typeface="Myriad Arabic" pitchFamily="50" charset="-7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  <a:cs typeface="Myriad Arabic" pitchFamily="50" charset="-78"/>
              </a:rPr>
              <a:t>Section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  <a:cs typeface="Myriad Arabic" pitchFamily="50" charset="-78"/>
              </a:rPr>
              <a:t> X – 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  <a:cs typeface="Myriad Arabic" pitchFamily="50" charset="-78"/>
              </a:rPr>
              <a:t>Section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  <a:cs typeface="Myriad Arabic" pitchFamily="50" charset="-78"/>
              </a:rPr>
              <a:t> Name</a:t>
            </a:r>
            <a:endParaRPr lang="en-US" sz="2000" b="1" dirty="0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904" y="2526807"/>
            <a:ext cx="4452945" cy="273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1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DC_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 Verbindung 19">
            <a:extLst>
              <a:ext uri="{FF2B5EF4-FFF2-40B4-BE49-F238E27FC236}">
                <a16:creationId xmlns:a16="http://schemas.microsoft.com/office/drawing/2014/main" id="{F336FE7B-3507-4C31-AE9D-3CD07E6DC471}"/>
              </a:ext>
            </a:extLst>
          </p:cNvPr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84" imgH="384" progId="TCLayout.ActiveDocument.1">
                  <p:embed/>
                </p:oleObj>
              </mc:Choice>
              <mc:Fallback>
                <p:oleObj name="think-cell Folie" r:id="rId3" imgW="384" imgH="384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Ellipse 9"/>
          <p:cNvSpPr/>
          <p:nvPr/>
        </p:nvSpPr>
        <p:spPr>
          <a:xfrm>
            <a:off x="119336" y="404664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2" name="Titel"/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7057456" cy="360040"/>
          </a:xfrm>
          <a:prstGeom prst="rect">
            <a:avLst/>
          </a:prstGeom>
        </p:spPr>
        <p:txBody>
          <a:bodyPr anchor="b"/>
          <a:lstStyle>
            <a:lvl1pPr>
              <a:defRPr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 err="1"/>
              <a:t>Haupttitel</a:t>
            </a:r>
            <a:endParaRPr lang="en-US" noProof="0" dirty="0"/>
          </a:p>
        </p:txBody>
      </p:sp>
      <p:sp>
        <p:nvSpPr>
          <p:cNvPr id="13" name="Inhaltsplatzhalter"/>
          <p:cNvSpPr>
            <a:spLocks noGrp="1"/>
          </p:cNvSpPr>
          <p:nvPr>
            <p:ph idx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9937776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3953862-FAC6-4327-8722-A7341876673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tx2">
                <a:lumMod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8" y="620688"/>
            <a:ext cx="984468" cy="6033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310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DC_To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84" imgH="384" progId="TCLayout.ActiveDocument.1">
                  <p:embed/>
                </p:oleObj>
              </mc:Choice>
              <mc:Fallback>
                <p:oleObj name="think-cell Folie" r:id="rId3" imgW="384" imgH="384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 Verbindung 19"/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el"/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6985448" cy="360040"/>
          </a:xfrm>
          <a:prstGeom prst="rect">
            <a:avLst/>
          </a:prstGeom>
        </p:spPr>
        <p:txBody>
          <a:bodyPr anchor="b"/>
          <a:lstStyle>
            <a:lvl1pPr>
              <a:defRPr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 err="1"/>
              <a:t>Haupttitel</a:t>
            </a:r>
            <a:endParaRPr lang="en-US" noProof="0" dirty="0"/>
          </a:p>
        </p:txBody>
      </p:sp>
      <p:sp>
        <p:nvSpPr>
          <p:cNvPr id="9" name="Inhaltsplatzhalter"/>
          <p:cNvSpPr>
            <a:spLocks noGrp="1"/>
          </p:cNvSpPr>
          <p:nvPr>
            <p:ph idx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0" name="Textplatzhalt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9361712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DB94BF-24C4-4735-9264-99BE1B51C8C3}"/>
              </a:ext>
            </a:extLst>
          </p:cNvPr>
          <p:cNvSpPr/>
          <p:nvPr/>
        </p:nvSpPr>
        <p:spPr>
          <a:xfrm>
            <a:off x="119336" y="404664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pic>
        <p:nvPicPr>
          <p:cNvPr id="5" name="Grafik 4" descr="Zahnrad mit einfarbiger Füllung">
            <a:extLst>
              <a:ext uri="{FF2B5EF4-FFF2-40B4-BE49-F238E27FC236}">
                <a16:creationId xmlns:a16="http://schemas.microsoft.com/office/drawing/2014/main" id="{A781C60C-F8EF-479F-BF4B-7020BA2CCC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80" y="494182"/>
            <a:ext cx="841840" cy="84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1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L_Se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19"/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e 4"/>
          <p:cNvSpPr/>
          <p:nvPr userDrawn="1"/>
        </p:nvSpPr>
        <p:spPr>
          <a:xfrm>
            <a:off x="118744" y="404664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1" name="Titel"/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7270750" cy="360040"/>
          </a:xfrm>
          <a:prstGeom prst="rect">
            <a:avLst/>
          </a:prstGeom>
        </p:spPr>
        <p:txBody>
          <a:bodyPr anchor="b"/>
          <a:lstStyle>
            <a:lvl1pPr>
              <a:defRPr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 err="1"/>
              <a:t>Haupttitel</a:t>
            </a:r>
            <a:endParaRPr lang="en-US" noProof="0" dirty="0"/>
          </a:p>
        </p:txBody>
      </p:sp>
      <p:sp>
        <p:nvSpPr>
          <p:cNvPr id="12" name="Inhaltsplatzhalter"/>
          <p:cNvSpPr>
            <a:spLocks noGrp="1"/>
          </p:cNvSpPr>
          <p:nvPr>
            <p:ph idx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727075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857834ED-B7FA-4463-BF51-594598544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8" y="541540"/>
            <a:ext cx="747123" cy="74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63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DC_F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19"/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e 4"/>
          <p:cNvSpPr/>
          <p:nvPr userDrawn="1"/>
        </p:nvSpPr>
        <p:spPr>
          <a:xfrm>
            <a:off x="118744" y="404664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1" name="Titel"/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7270750" cy="360040"/>
          </a:xfrm>
          <a:prstGeom prst="rect">
            <a:avLst/>
          </a:prstGeom>
        </p:spPr>
        <p:txBody>
          <a:bodyPr anchor="b"/>
          <a:lstStyle>
            <a:lvl1pPr>
              <a:defRPr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 err="1"/>
              <a:t>Haupttitel</a:t>
            </a:r>
            <a:endParaRPr lang="en-US" noProof="0" dirty="0"/>
          </a:p>
        </p:txBody>
      </p:sp>
      <p:sp>
        <p:nvSpPr>
          <p:cNvPr id="12" name="Inhaltsplatzhalter"/>
          <p:cNvSpPr>
            <a:spLocks noGrp="1"/>
          </p:cNvSpPr>
          <p:nvPr>
            <p:ph idx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727075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  <p:pic>
        <p:nvPicPr>
          <p:cNvPr id="3" name="Grafik 2" descr="Fusion mit einfarbiger Füllung">
            <a:extLst>
              <a:ext uri="{FF2B5EF4-FFF2-40B4-BE49-F238E27FC236}">
                <a16:creationId xmlns:a16="http://schemas.microsoft.com/office/drawing/2014/main" id="{B04B98FF-0887-4D9B-931F-0B2FEC5D9E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456" y="45790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3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DC_Guid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 Verbindung 19"/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pieren 7"/>
          <p:cNvGrpSpPr/>
          <p:nvPr userDrawn="1"/>
        </p:nvGrpSpPr>
        <p:grpSpPr>
          <a:xfrm>
            <a:off x="119336" y="404664"/>
            <a:ext cx="1008112" cy="1008112"/>
            <a:chOff x="675785" y="871667"/>
            <a:chExt cx="1008112" cy="1008112"/>
          </a:xfrm>
        </p:grpSpPr>
        <p:sp>
          <p:nvSpPr>
            <p:cNvPr id="5" name="Ellipse 4"/>
            <p:cNvSpPr/>
            <p:nvPr userDrawn="1"/>
          </p:nvSpPr>
          <p:spPr>
            <a:xfrm>
              <a:off x="675785" y="871667"/>
              <a:ext cx="1008112" cy="1008112"/>
            </a:xfrm>
            <a:prstGeom prst="ellipse">
              <a:avLst/>
            </a:prstGeom>
            <a:solidFill>
              <a:srgbClr val="FFED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>
                <a:solidFill>
                  <a:schemeClr val="tx1"/>
                </a:solidFill>
              </a:endParaRPr>
            </a:p>
          </p:txBody>
        </p:sp>
        <p:sp>
          <p:nvSpPr>
            <p:cNvPr id="13" name="Freihandform 12"/>
            <p:cNvSpPr/>
            <p:nvPr userDrawn="1"/>
          </p:nvSpPr>
          <p:spPr>
            <a:xfrm>
              <a:off x="914721" y="1074483"/>
              <a:ext cx="529056" cy="602480"/>
            </a:xfrm>
            <a:custGeom>
              <a:avLst/>
              <a:gdLst>
                <a:gd name="connsiteX0" fmla="*/ 59531 w 273843"/>
                <a:gd name="connsiteY0" fmla="*/ 388144 h 397669"/>
                <a:gd name="connsiteX1" fmla="*/ 150018 w 273843"/>
                <a:gd name="connsiteY1" fmla="*/ 350044 h 397669"/>
                <a:gd name="connsiteX2" fmla="*/ 223837 w 273843"/>
                <a:gd name="connsiteY2" fmla="*/ 259557 h 397669"/>
                <a:gd name="connsiteX3" fmla="*/ 247650 w 273843"/>
                <a:gd name="connsiteY3" fmla="*/ 183357 h 397669"/>
                <a:gd name="connsiteX4" fmla="*/ 238125 w 273843"/>
                <a:gd name="connsiteY4" fmla="*/ 121444 h 397669"/>
                <a:gd name="connsiteX5" fmla="*/ 240506 w 273843"/>
                <a:gd name="connsiteY5" fmla="*/ 59532 h 397669"/>
                <a:gd name="connsiteX6" fmla="*/ 273843 w 273843"/>
                <a:gd name="connsiteY6" fmla="*/ 28575 h 397669"/>
                <a:gd name="connsiteX7" fmla="*/ 252412 w 273843"/>
                <a:gd name="connsiteY7" fmla="*/ 0 h 397669"/>
                <a:gd name="connsiteX8" fmla="*/ 207168 w 273843"/>
                <a:gd name="connsiteY8" fmla="*/ 42863 h 397669"/>
                <a:gd name="connsiteX9" fmla="*/ 188118 w 273843"/>
                <a:gd name="connsiteY9" fmla="*/ 121444 h 397669"/>
                <a:gd name="connsiteX10" fmla="*/ 195262 w 273843"/>
                <a:gd name="connsiteY10" fmla="*/ 183357 h 397669"/>
                <a:gd name="connsiteX11" fmla="*/ 183356 w 273843"/>
                <a:gd name="connsiteY11" fmla="*/ 226219 h 397669"/>
                <a:gd name="connsiteX12" fmla="*/ 145256 w 273843"/>
                <a:gd name="connsiteY12" fmla="*/ 264319 h 397669"/>
                <a:gd name="connsiteX13" fmla="*/ 80962 w 273843"/>
                <a:gd name="connsiteY13" fmla="*/ 292894 h 397669"/>
                <a:gd name="connsiteX14" fmla="*/ 47625 w 273843"/>
                <a:gd name="connsiteY14" fmla="*/ 300038 h 397669"/>
                <a:gd name="connsiteX15" fmla="*/ 0 w 273843"/>
                <a:gd name="connsiteY15" fmla="*/ 397669 h 397669"/>
                <a:gd name="connsiteX16" fmla="*/ 59531 w 273843"/>
                <a:gd name="connsiteY16" fmla="*/ 388144 h 397669"/>
                <a:gd name="connsiteX0" fmla="*/ 57267 w 271579"/>
                <a:gd name="connsiteY0" fmla="*/ 388144 h 388144"/>
                <a:gd name="connsiteX1" fmla="*/ 147754 w 271579"/>
                <a:gd name="connsiteY1" fmla="*/ 350044 h 388144"/>
                <a:gd name="connsiteX2" fmla="*/ 221573 w 271579"/>
                <a:gd name="connsiteY2" fmla="*/ 259557 h 388144"/>
                <a:gd name="connsiteX3" fmla="*/ 245386 w 271579"/>
                <a:gd name="connsiteY3" fmla="*/ 183357 h 388144"/>
                <a:gd name="connsiteX4" fmla="*/ 235861 w 271579"/>
                <a:gd name="connsiteY4" fmla="*/ 121444 h 388144"/>
                <a:gd name="connsiteX5" fmla="*/ 238242 w 271579"/>
                <a:gd name="connsiteY5" fmla="*/ 59532 h 388144"/>
                <a:gd name="connsiteX6" fmla="*/ 271579 w 271579"/>
                <a:gd name="connsiteY6" fmla="*/ 28575 h 388144"/>
                <a:gd name="connsiteX7" fmla="*/ 250148 w 271579"/>
                <a:gd name="connsiteY7" fmla="*/ 0 h 388144"/>
                <a:gd name="connsiteX8" fmla="*/ 204904 w 271579"/>
                <a:gd name="connsiteY8" fmla="*/ 42863 h 388144"/>
                <a:gd name="connsiteX9" fmla="*/ 185854 w 271579"/>
                <a:gd name="connsiteY9" fmla="*/ 121444 h 388144"/>
                <a:gd name="connsiteX10" fmla="*/ 192998 w 271579"/>
                <a:gd name="connsiteY10" fmla="*/ 183357 h 388144"/>
                <a:gd name="connsiteX11" fmla="*/ 181092 w 271579"/>
                <a:gd name="connsiteY11" fmla="*/ 226219 h 388144"/>
                <a:gd name="connsiteX12" fmla="*/ 142992 w 271579"/>
                <a:gd name="connsiteY12" fmla="*/ 264319 h 388144"/>
                <a:gd name="connsiteX13" fmla="*/ 78698 w 271579"/>
                <a:gd name="connsiteY13" fmla="*/ 292894 h 388144"/>
                <a:gd name="connsiteX14" fmla="*/ 45361 w 271579"/>
                <a:gd name="connsiteY14" fmla="*/ 300038 h 388144"/>
                <a:gd name="connsiteX15" fmla="*/ 0 w 271579"/>
                <a:gd name="connsiteY15" fmla="*/ 378619 h 388144"/>
                <a:gd name="connsiteX16" fmla="*/ 57267 w 271579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2517 w 262523"/>
                <a:gd name="connsiteY2" fmla="*/ 259557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2517 w 262523"/>
                <a:gd name="connsiteY2" fmla="*/ 259557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2517 w 262523"/>
                <a:gd name="connsiteY2" fmla="*/ 259557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2517 w 262523"/>
                <a:gd name="connsiteY2" fmla="*/ 259557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2517 w 262523"/>
                <a:gd name="connsiteY2" fmla="*/ 259557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2517 w 262523"/>
                <a:gd name="connsiteY2" fmla="*/ 259557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2517 w 262523"/>
                <a:gd name="connsiteY2" fmla="*/ 259557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2517 w 262523"/>
                <a:gd name="connsiteY2" fmla="*/ 259557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4781 w 262523"/>
                <a:gd name="connsiteY2" fmla="*/ 269082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4781 w 262523"/>
                <a:gd name="connsiteY2" fmla="*/ 271464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38698 w 262523"/>
                <a:gd name="connsiteY1" fmla="*/ 350044 h 388144"/>
                <a:gd name="connsiteX2" fmla="*/ 214781 w 262523"/>
                <a:gd name="connsiteY2" fmla="*/ 271464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56810 w 262523"/>
                <a:gd name="connsiteY1" fmla="*/ 342900 h 388144"/>
                <a:gd name="connsiteX2" fmla="*/ 214781 w 262523"/>
                <a:gd name="connsiteY2" fmla="*/ 271464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59532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56810 w 262523"/>
                <a:gd name="connsiteY1" fmla="*/ 342900 h 388144"/>
                <a:gd name="connsiteX2" fmla="*/ 214781 w 262523"/>
                <a:gd name="connsiteY2" fmla="*/ 271464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64295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48211 w 262523"/>
                <a:gd name="connsiteY0" fmla="*/ 388144 h 388144"/>
                <a:gd name="connsiteX1" fmla="*/ 156810 w 262523"/>
                <a:gd name="connsiteY1" fmla="*/ 342900 h 388144"/>
                <a:gd name="connsiteX2" fmla="*/ 214781 w 262523"/>
                <a:gd name="connsiteY2" fmla="*/ 271464 h 388144"/>
                <a:gd name="connsiteX3" fmla="*/ 236330 w 262523"/>
                <a:gd name="connsiteY3" fmla="*/ 183357 h 388144"/>
                <a:gd name="connsiteX4" fmla="*/ 226805 w 262523"/>
                <a:gd name="connsiteY4" fmla="*/ 121444 h 388144"/>
                <a:gd name="connsiteX5" fmla="*/ 229186 w 262523"/>
                <a:gd name="connsiteY5" fmla="*/ 64295 h 388144"/>
                <a:gd name="connsiteX6" fmla="*/ 262523 w 262523"/>
                <a:gd name="connsiteY6" fmla="*/ 28575 h 388144"/>
                <a:gd name="connsiteX7" fmla="*/ 241092 w 262523"/>
                <a:gd name="connsiteY7" fmla="*/ 0 h 388144"/>
                <a:gd name="connsiteX8" fmla="*/ 195848 w 262523"/>
                <a:gd name="connsiteY8" fmla="*/ 42863 h 388144"/>
                <a:gd name="connsiteX9" fmla="*/ 176798 w 262523"/>
                <a:gd name="connsiteY9" fmla="*/ 121444 h 388144"/>
                <a:gd name="connsiteX10" fmla="*/ 183942 w 262523"/>
                <a:gd name="connsiteY10" fmla="*/ 183357 h 388144"/>
                <a:gd name="connsiteX11" fmla="*/ 172036 w 262523"/>
                <a:gd name="connsiteY11" fmla="*/ 226219 h 388144"/>
                <a:gd name="connsiteX12" fmla="*/ 133936 w 262523"/>
                <a:gd name="connsiteY12" fmla="*/ 264319 h 388144"/>
                <a:gd name="connsiteX13" fmla="*/ 69642 w 262523"/>
                <a:gd name="connsiteY13" fmla="*/ 292894 h 388144"/>
                <a:gd name="connsiteX14" fmla="*/ 36305 w 262523"/>
                <a:gd name="connsiteY14" fmla="*/ 300038 h 388144"/>
                <a:gd name="connsiteX15" fmla="*/ 0 w 262523"/>
                <a:gd name="connsiteY15" fmla="*/ 385763 h 388144"/>
                <a:gd name="connsiteX16" fmla="*/ 48211 w 262523"/>
                <a:gd name="connsiteY16" fmla="*/ 388144 h 388144"/>
                <a:gd name="connsiteX0" fmla="*/ 52739 w 267051"/>
                <a:gd name="connsiteY0" fmla="*/ 388144 h 390525"/>
                <a:gd name="connsiteX1" fmla="*/ 161338 w 267051"/>
                <a:gd name="connsiteY1" fmla="*/ 342900 h 390525"/>
                <a:gd name="connsiteX2" fmla="*/ 219309 w 267051"/>
                <a:gd name="connsiteY2" fmla="*/ 271464 h 390525"/>
                <a:gd name="connsiteX3" fmla="*/ 240858 w 267051"/>
                <a:gd name="connsiteY3" fmla="*/ 183357 h 390525"/>
                <a:gd name="connsiteX4" fmla="*/ 231333 w 267051"/>
                <a:gd name="connsiteY4" fmla="*/ 121444 h 390525"/>
                <a:gd name="connsiteX5" fmla="*/ 233714 w 267051"/>
                <a:gd name="connsiteY5" fmla="*/ 64295 h 390525"/>
                <a:gd name="connsiteX6" fmla="*/ 267051 w 267051"/>
                <a:gd name="connsiteY6" fmla="*/ 28575 h 390525"/>
                <a:gd name="connsiteX7" fmla="*/ 245620 w 267051"/>
                <a:gd name="connsiteY7" fmla="*/ 0 h 390525"/>
                <a:gd name="connsiteX8" fmla="*/ 200376 w 267051"/>
                <a:gd name="connsiteY8" fmla="*/ 42863 h 390525"/>
                <a:gd name="connsiteX9" fmla="*/ 181326 w 267051"/>
                <a:gd name="connsiteY9" fmla="*/ 121444 h 390525"/>
                <a:gd name="connsiteX10" fmla="*/ 188470 w 267051"/>
                <a:gd name="connsiteY10" fmla="*/ 183357 h 390525"/>
                <a:gd name="connsiteX11" fmla="*/ 176564 w 267051"/>
                <a:gd name="connsiteY11" fmla="*/ 226219 h 390525"/>
                <a:gd name="connsiteX12" fmla="*/ 138464 w 267051"/>
                <a:gd name="connsiteY12" fmla="*/ 264319 h 390525"/>
                <a:gd name="connsiteX13" fmla="*/ 74170 w 267051"/>
                <a:gd name="connsiteY13" fmla="*/ 292894 h 390525"/>
                <a:gd name="connsiteX14" fmla="*/ 40833 w 267051"/>
                <a:gd name="connsiteY14" fmla="*/ 300038 h 390525"/>
                <a:gd name="connsiteX15" fmla="*/ 0 w 267051"/>
                <a:gd name="connsiteY15" fmla="*/ 390525 h 390525"/>
                <a:gd name="connsiteX16" fmla="*/ 52739 w 267051"/>
                <a:gd name="connsiteY16" fmla="*/ 388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7051" h="390525">
                  <a:moveTo>
                    <a:pt x="52739" y="388144"/>
                  </a:moveTo>
                  <a:cubicBezTo>
                    <a:pt x="82901" y="375444"/>
                    <a:pt x="122120" y="365125"/>
                    <a:pt x="161338" y="342900"/>
                  </a:cubicBezTo>
                  <a:cubicBezTo>
                    <a:pt x="206319" y="296069"/>
                    <a:pt x="194703" y="301626"/>
                    <a:pt x="219309" y="271464"/>
                  </a:cubicBezTo>
                  <a:cubicBezTo>
                    <a:pt x="235547" y="218283"/>
                    <a:pt x="233675" y="212726"/>
                    <a:pt x="240858" y="183357"/>
                  </a:cubicBezTo>
                  <a:lnTo>
                    <a:pt x="231333" y="121444"/>
                  </a:lnTo>
                  <a:cubicBezTo>
                    <a:pt x="232127" y="100807"/>
                    <a:pt x="228392" y="130175"/>
                    <a:pt x="233714" y="64295"/>
                  </a:cubicBezTo>
                  <a:cubicBezTo>
                    <a:pt x="260673" y="25401"/>
                    <a:pt x="255939" y="38894"/>
                    <a:pt x="267051" y="28575"/>
                  </a:cubicBezTo>
                  <a:lnTo>
                    <a:pt x="245620" y="0"/>
                  </a:lnTo>
                  <a:lnTo>
                    <a:pt x="200376" y="42863"/>
                  </a:lnTo>
                  <a:lnTo>
                    <a:pt x="181326" y="121444"/>
                  </a:lnTo>
                  <a:lnTo>
                    <a:pt x="188470" y="183357"/>
                  </a:lnTo>
                  <a:lnTo>
                    <a:pt x="176564" y="226219"/>
                  </a:lnTo>
                  <a:lnTo>
                    <a:pt x="138464" y="264319"/>
                  </a:lnTo>
                  <a:lnTo>
                    <a:pt x="74170" y="292894"/>
                  </a:lnTo>
                  <a:lnTo>
                    <a:pt x="40833" y="300038"/>
                  </a:lnTo>
                  <a:lnTo>
                    <a:pt x="0" y="390525"/>
                  </a:lnTo>
                  <a:lnTo>
                    <a:pt x="52739" y="388144"/>
                  </a:lnTo>
                  <a:close/>
                </a:path>
              </a:pathLst>
            </a:custGeom>
            <a:solidFill>
              <a:srgbClr val="515151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6" name="Inhaltsplatzhalter"/>
          <p:cNvSpPr>
            <a:spLocks noGrp="1"/>
          </p:cNvSpPr>
          <p:nvPr>
            <p:ph idx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7" name="Textplatzhalt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727075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7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DC_V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19"/>
          <p:cNvCxnSpPr/>
          <p:nvPr userDrawn="1"/>
        </p:nvCxnSpPr>
        <p:spPr>
          <a:xfrm flipV="1">
            <a:off x="622800" y="0"/>
            <a:ext cx="0" cy="685800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e 4"/>
          <p:cNvSpPr/>
          <p:nvPr userDrawn="1"/>
        </p:nvSpPr>
        <p:spPr>
          <a:xfrm>
            <a:off x="124401" y="411046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4" name="Titel"/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7270750" cy="360040"/>
          </a:xfrm>
          <a:prstGeom prst="rect">
            <a:avLst/>
          </a:prstGeom>
        </p:spPr>
        <p:txBody>
          <a:bodyPr anchor="b"/>
          <a:lstStyle>
            <a:lvl1pPr>
              <a:defRPr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 err="1"/>
              <a:t>Haupttitel</a:t>
            </a:r>
            <a:endParaRPr lang="en-US" noProof="0" dirty="0"/>
          </a:p>
        </p:txBody>
      </p:sp>
      <p:sp>
        <p:nvSpPr>
          <p:cNvPr id="15" name="Inhaltsplatzhalter"/>
          <p:cNvSpPr>
            <a:spLocks noGrp="1"/>
          </p:cNvSpPr>
          <p:nvPr>
            <p:ph idx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727075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C0EE8EC-A6D4-4F40-9B74-48A35A2E3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3" t="17989" r="22047" b="32149"/>
          <a:stretch/>
        </p:blipFill>
        <p:spPr>
          <a:xfrm>
            <a:off x="292758" y="586201"/>
            <a:ext cx="690674" cy="65597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727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L_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ontaktTypen"/>
          <p:cNvSpPr/>
          <p:nvPr userDrawn="1"/>
        </p:nvSpPr>
        <p:spPr>
          <a:xfrm>
            <a:off x="1342800" y="5072988"/>
            <a:ext cx="9825810" cy="1385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dirty="0">
                <a:latin typeface="Myriad Pro" pitchFamily="34" charset="0"/>
                <a:cs typeface="Arial" pitchFamily="34" charset="0"/>
              </a:rPr>
              <a:t>Phone</a:t>
            </a:r>
          </a:p>
          <a:p>
            <a:r>
              <a:rPr lang="de-DE" dirty="0">
                <a:latin typeface="Myriad Pro" pitchFamily="34" charset="0"/>
                <a:cs typeface="Arial" pitchFamily="34" charset="0"/>
              </a:rPr>
              <a:t>Fax</a:t>
            </a:r>
          </a:p>
          <a:p>
            <a:endParaRPr lang="de-DE" dirty="0">
              <a:latin typeface="Myriad Pro" pitchFamily="34" charset="0"/>
              <a:cs typeface="Arial" pitchFamily="34" charset="0"/>
            </a:endParaRPr>
          </a:p>
          <a:p>
            <a:pPr>
              <a:tabLst>
                <a:tab pos="990600" algn="l"/>
              </a:tabLst>
            </a:pPr>
            <a:r>
              <a:rPr lang="de-DE" dirty="0">
                <a:latin typeface="Myriad Pro" pitchFamily="34" charset="0"/>
                <a:cs typeface="Arial" pitchFamily="34" charset="0"/>
              </a:rPr>
              <a:t>E-Mail</a:t>
            </a:r>
            <a:br>
              <a:rPr lang="de-DE" dirty="0">
                <a:latin typeface="Myriad Pro" pitchFamily="34" charset="0"/>
                <a:cs typeface="Arial" pitchFamily="34" charset="0"/>
              </a:rPr>
            </a:br>
            <a:r>
              <a:rPr lang="de-DE" dirty="0">
                <a:latin typeface="Myriad Pro" pitchFamily="34" charset="0"/>
                <a:cs typeface="Arial" pitchFamily="34" charset="0"/>
              </a:rPr>
              <a:t>Internet</a:t>
            </a:r>
            <a:r>
              <a:rPr lang="de-DE" baseline="0" dirty="0">
                <a:latin typeface="Myriad Pro" pitchFamily="34" charset="0"/>
                <a:cs typeface="Arial" pitchFamily="34" charset="0"/>
              </a:rPr>
              <a:t>	</a:t>
            </a:r>
            <a:r>
              <a:rPr lang="de-DE" dirty="0">
                <a:latin typeface="Myriad Pro" pitchFamily="34" charset="0"/>
                <a:cs typeface="Arial" pitchFamily="34" charset="0"/>
              </a:rPr>
              <a:t>www.ika.rwth-aachen.de</a:t>
            </a:r>
          </a:p>
        </p:txBody>
      </p:sp>
      <p:cxnSp>
        <p:nvCxnSpPr>
          <p:cNvPr id="5" name="Gerade Verbindung 3"/>
          <p:cNvCxnSpPr/>
          <p:nvPr userDrawn="1"/>
        </p:nvCxnSpPr>
        <p:spPr>
          <a:xfrm>
            <a:off x="592336" y="301804"/>
            <a:ext cx="5313040" cy="3468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/>
          <p:cNvSpPr/>
          <p:nvPr userDrawn="1"/>
        </p:nvSpPr>
        <p:spPr>
          <a:xfrm>
            <a:off x="5833368" y="89248"/>
            <a:ext cx="432048" cy="432048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cxnSp>
        <p:nvCxnSpPr>
          <p:cNvPr id="7" name="Gerade Verbindung 7"/>
          <p:cNvCxnSpPr/>
          <p:nvPr userDrawn="1"/>
        </p:nvCxnSpPr>
        <p:spPr>
          <a:xfrm>
            <a:off x="0" y="692696"/>
            <a:ext cx="3359696" cy="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3359696" y="692696"/>
            <a:ext cx="1901437" cy="504056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 userDrawn="1"/>
        </p:nvSpPr>
        <p:spPr>
          <a:xfrm>
            <a:off x="5087888" y="980728"/>
            <a:ext cx="432048" cy="432048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cxnSp>
        <p:nvCxnSpPr>
          <p:cNvPr id="13" name="Gerade Verbindung 19"/>
          <p:cNvCxnSpPr/>
          <p:nvPr userDrawn="1"/>
        </p:nvCxnSpPr>
        <p:spPr>
          <a:xfrm flipV="1">
            <a:off x="622800" y="0"/>
            <a:ext cx="567" cy="305272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9"/>
          <p:cNvCxnSpPr/>
          <p:nvPr userDrawn="1"/>
        </p:nvCxnSpPr>
        <p:spPr>
          <a:xfrm flipH="1">
            <a:off x="-1029" y="1374000"/>
            <a:ext cx="896334" cy="0"/>
          </a:xfrm>
          <a:prstGeom prst="line">
            <a:avLst/>
          </a:prstGeom>
          <a:ln w="76200">
            <a:solidFill>
              <a:srgbClr val="FFE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4"/>
          <p:cNvSpPr/>
          <p:nvPr userDrawn="1"/>
        </p:nvSpPr>
        <p:spPr>
          <a:xfrm>
            <a:off x="118800" y="870622"/>
            <a:ext cx="1008112" cy="1008112"/>
          </a:xfrm>
          <a:prstGeom prst="ellipse">
            <a:avLst/>
          </a:prstGeom>
          <a:solidFill>
            <a:srgbClr val="FFED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23" name="Titel 8"/>
          <p:cNvSpPr txBox="1">
            <a:spLocks/>
          </p:cNvSpPr>
          <p:nvPr userDrawn="1"/>
        </p:nvSpPr>
        <p:spPr>
          <a:xfrm>
            <a:off x="1342800" y="1043770"/>
            <a:ext cx="8043284" cy="30608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yriad Pro" pitchFamily="34" charset="0"/>
                <a:ea typeface="+mj-ea"/>
                <a:cs typeface="Arial" pitchFamily="34" charset="0"/>
              </a:rPr>
              <a:t>Contact</a:t>
            </a:r>
            <a:endParaRPr kumimoji="0" lang="de-DE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yriad Pro" pitchFamily="34" charset="0"/>
              <a:ea typeface="+mj-ea"/>
              <a:cs typeface="Arial" pitchFamily="34" charset="0"/>
            </a:endParaRPr>
          </a:p>
        </p:txBody>
      </p:sp>
      <p:sp>
        <p:nvSpPr>
          <p:cNvPr id="24" name="Rechteck 23"/>
          <p:cNvSpPr/>
          <p:nvPr userDrawn="1"/>
        </p:nvSpPr>
        <p:spPr>
          <a:xfrm>
            <a:off x="2974375" y="374083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Institute </a:t>
            </a:r>
            <a:r>
              <a:rPr lang="de-DE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for</a:t>
            </a:r>
            <a:r>
              <a:rPr lang="de-DE" dirty="0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 Automotive Engineering</a:t>
            </a:r>
          </a:p>
          <a:p>
            <a:r>
              <a:rPr lang="de-DE" dirty="0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RWTH Aachen University</a:t>
            </a:r>
          </a:p>
          <a:p>
            <a:r>
              <a:rPr lang="de-DE" dirty="0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Steinbachstraße 7</a:t>
            </a:r>
          </a:p>
          <a:p>
            <a:r>
              <a:rPr lang="de-DE" dirty="0">
                <a:solidFill>
                  <a:schemeClr val="tx1">
                    <a:lumMod val="90000"/>
                    <a:lumOff val="10000"/>
                  </a:schemeClr>
                </a:solidFill>
                <a:latin typeface="Myriad Pro" pitchFamily="34" charset="0"/>
                <a:cs typeface="Arial" pitchFamily="34" charset="0"/>
              </a:rPr>
              <a:t>52074 Aachen</a:t>
            </a:r>
          </a:p>
        </p:txBody>
      </p:sp>
      <p:sp>
        <p:nvSpPr>
          <p:cNvPr id="29" name="Textfeld 28"/>
          <p:cNvSpPr txBox="1"/>
          <p:nvPr userDrawn="1"/>
        </p:nvSpPr>
        <p:spPr>
          <a:xfrm>
            <a:off x="2226149" y="5013176"/>
            <a:ext cx="7470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dirty="0"/>
              <a:t>+49 241 </a:t>
            </a:r>
          </a:p>
          <a:p>
            <a:pPr lvl="0"/>
            <a:r>
              <a:rPr lang="de-DE" dirty="0"/>
              <a:t>+49 241</a:t>
            </a:r>
          </a:p>
          <a:p>
            <a:pPr lvl="0"/>
            <a:endParaRPr lang="de-DE" dirty="0"/>
          </a:p>
        </p:txBody>
      </p:sp>
      <p:sp>
        <p:nvSpPr>
          <p:cNvPr id="30" name="Name"/>
          <p:cNvSpPr>
            <a:spLocks noGrp="1"/>
          </p:cNvSpPr>
          <p:nvPr>
            <p:ph type="body" sz="quarter" idx="12" hasCustomPrompt="1"/>
          </p:nvPr>
        </p:nvSpPr>
        <p:spPr>
          <a:xfrm>
            <a:off x="3028053" y="2564945"/>
            <a:ext cx="8861310" cy="359999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GB" noProof="0" dirty="0"/>
              <a:t>Dr.-</a:t>
            </a:r>
            <a:r>
              <a:rPr lang="en-GB" noProof="0" dirty="0" err="1"/>
              <a:t>Ing</a:t>
            </a:r>
            <a:r>
              <a:rPr lang="en-GB" noProof="0" dirty="0"/>
              <a:t>. / Dipl.-</a:t>
            </a:r>
            <a:r>
              <a:rPr lang="en-GB" noProof="0" dirty="0" err="1"/>
              <a:t>Ing</a:t>
            </a:r>
            <a:r>
              <a:rPr lang="en-GB" noProof="0" dirty="0"/>
              <a:t>. </a:t>
            </a:r>
            <a:r>
              <a:rPr lang="en-GB" noProof="0" dirty="0" err="1"/>
              <a:t>Vorname</a:t>
            </a:r>
            <a:r>
              <a:rPr lang="en-GB" noProof="0" dirty="0"/>
              <a:t> </a:t>
            </a:r>
            <a:r>
              <a:rPr lang="en-GB" noProof="0" dirty="0" err="1"/>
              <a:t>Nachname</a:t>
            </a:r>
            <a:r>
              <a:rPr lang="en-GB" noProof="0" dirty="0"/>
              <a:t> (</a:t>
            </a:r>
            <a:r>
              <a:rPr lang="en-GB" noProof="0" dirty="0" err="1"/>
              <a:t>Bearbeiter</a:t>
            </a:r>
            <a:r>
              <a:rPr lang="en-GB" noProof="0" dirty="0"/>
              <a:t>, </a:t>
            </a:r>
            <a:r>
              <a:rPr lang="en-GB" noProof="0" dirty="0" err="1"/>
              <a:t>Ansprechpartner</a:t>
            </a:r>
            <a:r>
              <a:rPr lang="en-GB" noProof="0" dirty="0"/>
              <a:t>)</a:t>
            </a:r>
          </a:p>
        </p:txBody>
      </p:sp>
      <p:sp>
        <p:nvSpPr>
          <p:cNvPr id="31" name="Name"/>
          <p:cNvSpPr>
            <a:spLocks noGrp="1"/>
          </p:cNvSpPr>
          <p:nvPr>
            <p:ph type="body" sz="quarter" idx="13" hasCustomPrompt="1"/>
          </p:nvPr>
        </p:nvSpPr>
        <p:spPr>
          <a:xfrm>
            <a:off x="3215680" y="5056807"/>
            <a:ext cx="1440160" cy="520236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1800"/>
            </a:lvl1pPr>
          </a:lstStyle>
          <a:p>
            <a:pPr lvl="0"/>
            <a:r>
              <a:rPr lang="en-GB" noProof="0" dirty="0"/>
              <a:t>80 </a:t>
            </a:r>
            <a:r>
              <a:rPr lang="en-GB" noProof="0" dirty="0" err="1"/>
              <a:t>xxxxx</a:t>
            </a:r>
            <a:endParaRPr lang="en-GB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pPr>
            <a:r>
              <a:rPr lang="en-GB" noProof="0" dirty="0"/>
              <a:t>80 </a:t>
            </a:r>
            <a:r>
              <a:rPr lang="en-GB" noProof="0" dirty="0" err="1"/>
              <a:t>xxxxx</a:t>
            </a:r>
            <a:endParaRPr lang="en-GB" noProof="0" dirty="0"/>
          </a:p>
          <a:p>
            <a:pPr lvl="0"/>
            <a:endParaRPr lang="en-GB" noProof="0" dirty="0"/>
          </a:p>
        </p:txBody>
      </p:sp>
      <p:sp>
        <p:nvSpPr>
          <p:cNvPr id="32" name="Name"/>
          <p:cNvSpPr>
            <a:spLocks noGrp="1"/>
          </p:cNvSpPr>
          <p:nvPr>
            <p:ph type="body" sz="quarter" idx="14" hasCustomPrompt="1"/>
          </p:nvPr>
        </p:nvSpPr>
        <p:spPr>
          <a:xfrm>
            <a:off x="2313484" y="5878475"/>
            <a:ext cx="7776864" cy="26011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pPr>
            <a:r>
              <a:rPr lang="en-GB" noProof="0" dirty="0"/>
              <a:t>xxxxxx@ika.rwth-Aachen.de</a:t>
            </a:r>
          </a:p>
          <a:p>
            <a:pPr lvl="0"/>
            <a:endParaRPr lang="en-GB" noProof="0" dirty="0"/>
          </a:p>
        </p:txBody>
      </p:sp>
      <p:pic>
        <p:nvPicPr>
          <p:cNvPr id="4" name="Grafik 3" descr="Mitarbeiterausweis mit einfarbiger Füllung">
            <a:extLst>
              <a:ext uri="{FF2B5EF4-FFF2-40B4-BE49-F238E27FC236}">
                <a16:creationId xmlns:a16="http://schemas.microsoft.com/office/drawing/2014/main" id="{F8C23010-FF51-471C-AADA-B4AE9F9A59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1403" y="1033129"/>
            <a:ext cx="682793" cy="68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8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DL_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1677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84" imgH="384" progId="TCLayout.ActiveDocument.1">
                  <p:embed/>
                </p:oleObj>
              </mc:Choice>
              <mc:Fallback>
                <p:oleObj name="think-cell Folie" r:id="rId3" imgW="384" imgH="384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uppieren 8"/>
          <p:cNvGrpSpPr/>
          <p:nvPr userDrawn="1"/>
        </p:nvGrpSpPr>
        <p:grpSpPr>
          <a:xfrm>
            <a:off x="119336" y="404664"/>
            <a:ext cx="1008112" cy="1008112"/>
            <a:chOff x="9696400" y="4319018"/>
            <a:chExt cx="1008112" cy="1008112"/>
          </a:xfrm>
        </p:grpSpPr>
        <p:sp>
          <p:nvSpPr>
            <p:cNvPr id="10" name="Ellipse 9"/>
            <p:cNvSpPr/>
            <p:nvPr/>
          </p:nvSpPr>
          <p:spPr>
            <a:xfrm>
              <a:off x="9696400" y="4319018"/>
              <a:ext cx="1008112" cy="1008112"/>
            </a:xfrm>
            <a:prstGeom prst="ellipse">
              <a:avLst/>
            </a:prstGeom>
            <a:solidFill>
              <a:srgbClr val="FFED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>
                <a:solidFill>
                  <a:schemeClr val="tx1"/>
                </a:solidFill>
              </a:endParaRPr>
            </a:p>
          </p:txBody>
        </p:sp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73353" y="4319018"/>
              <a:ext cx="854207" cy="802206"/>
            </a:xfrm>
            <a:prstGeom prst="rect">
              <a:avLst/>
            </a:prstGeom>
          </p:spPr>
        </p:pic>
      </p:grpSp>
      <p:sp>
        <p:nvSpPr>
          <p:cNvPr id="12" name="Titel"/>
          <p:cNvSpPr>
            <a:spLocks noGrp="1"/>
          </p:cNvSpPr>
          <p:nvPr>
            <p:ph type="title" hasCustomPrompt="1"/>
          </p:nvPr>
        </p:nvSpPr>
        <p:spPr>
          <a:xfrm>
            <a:off x="1342800" y="555062"/>
            <a:ext cx="7057456" cy="360040"/>
          </a:xfrm>
          <a:prstGeom prst="rect">
            <a:avLst/>
          </a:prstGeom>
        </p:spPr>
        <p:txBody>
          <a:bodyPr anchor="b"/>
          <a:lstStyle>
            <a:lvl1pPr>
              <a:defRPr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 err="1"/>
              <a:t>Haupttitel</a:t>
            </a:r>
            <a:endParaRPr lang="en-US" noProof="0" dirty="0"/>
          </a:p>
        </p:txBody>
      </p:sp>
      <p:sp>
        <p:nvSpPr>
          <p:cNvPr id="13" name="Inhaltsplatzhalter"/>
          <p:cNvSpPr>
            <a:spLocks noGrp="1"/>
          </p:cNvSpPr>
          <p:nvPr>
            <p:ph idx="1"/>
          </p:nvPr>
        </p:nvSpPr>
        <p:spPr>
          <a:xfrm>
            <a:off x="1342800" y="1700808"/>
            <a:ext cx="10513840" cy="4890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342800" y="932998"/>
            <a:ext cx="9937776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 err="1"/>
              <a:t>Untertitel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77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oleObject" Target="../embeddings/oleObject9.bin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ags" Target="../tags/tag12.xml"/><Relationship Id="rId17" Type="http://schemas.openxmlformats.org/officeDocument/2006/relationships/image" Target="../media/image13.png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ags" Target="../tags/tag11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11.emf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/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360417559"/>
              </p:ext>
            </p:extLst>
          </p:nvPr>
        </p:nvGraphicFramePr>
        <p:xfrm>
          <a:off x="2117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2" imgW="270" imgH="270" progId="TCLayout.ActiveDocument.1">
                  <p:embed/>
                </p:oleObj>
              </mc:Choice>
              <mc:Fallback>
                <p:oleObj name="think-cell Folie" r:id="rId12" imgW="270" imgH="270" progId="TCLayout.ActiveDocument.1">
                  <p:embed/>
                  <p:pic>
                    <p:nvPicPr>
                      <p:cNvPr id="9" name="Objek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1589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 dirty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53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22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60000" indent="-360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lang="de-DE" sz="1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20000" indent="-360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lang="de-DE" sz="1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080000" indent="-360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lang="de-DE" sz="1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438275" indent="-360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lang="de-DE" sz="1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800000" indent="-360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lang="de-DE" sz="1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2117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270" imgH="270" progId="TCLayout.ActiveDocument.1">
                  <p:embed/>
                </p:oleObj>
              </mc:Choice>
              <mc:Fallback>
                <p:oleObj name="think-cell Folie" r:id="rId13" imgW="270" imgH="270" progId="TCLayout.ActiveDocument.1">
                  <p:embed/>
                  <p:pic>
                    <p:nvPicPr>
                      <p:cNvPr id="9" name="Objek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1589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 dirty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MasterTitel"/>
          <p:cNvSpPr>
            <a:spLocks noGrp="1"/>
          </p:cNvSpPr>
          <p:nvPr>
            <p:ph type="title"/>
          </p:nvPr>
        </p:nvSpPr>
        <p:spPr>
          <a:xfrm>
            <a:off x="334799" y="190800"/>
            <a:ext cx="6913329" cy="57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MasterTextplatzhalter"/>
          <p:cNvSpPr>
            <a:spLocks noGrp="1"/>
          </p:cNvSpPr>
          <p:nvPr>
            <p:ph type="body" idx="1"/>
          </p:nvPr>
        </p:nvSpPr>
        <p:spPr>
          <a:xfrm>
            <a:off x="334800" y="1447200"/>
            <a:ext cx="11523599" cy="51443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3" name="FusszeileUntenRechts"/>
          <p:cNvSpPr txBox="1"/>
          <p:nvPr/>
        </p:nvSpPr>
        <p:spPr>
          <a:xfrm>
            <a:off x="9457567" y="6597650"/>
            <a:ext cx="2400000" cy="2592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noProof="0" dirty="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rPr>
              <a:t>©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i</a:t>
            </a:r>
            <a:r>
              <a:rPr lang="en-US" sz="900" kern="1200" noProof="0" dirty="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rPr>
              <a:t>ka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900" kern="1200" noProof="0" dirty="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rPr>
              <a:t>2021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900" kern="1200" noProof="0" dirty="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rPr>
              <a:t>·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900" kern="1200" noProof="0" dirty="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rPr>
              <a:t>All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900" kern="1200" noProof="0" dirty="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rPr>
              <a:t>rights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900" kern="1200" noProof="0" dirty="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rPr>
              <a:t>reserved</a:t>
            </a:r>
          </a:p>
        </p:txBody>
      </p:sp>
      <p:sp>
        <p:nvSpPr>
          <p:cNvPr id="15" name="FusszeileFolienNummer"/>
          <p:cNvSpPr txBox="1"/>
          <p:nvPr/>
        </p:nvSpPr>
        <p:spPr>
          <a:xfrm>
            <a:off x="4416000" y="6597650"/>
            <a:ext cx="1680000" cy="260350"/>
          </a:xfrm>
          <a:prstGeom prst="rect">
            <a:avLst/>
          </a:prstGeom>
          <a:noFill/>
        </p:spPr>
        <p:txBody>
          <a:bodyPr wrap="square" lIns="0" tIns="0" rIns="90000" bIns="0" rtlCol="0" anchor="ctr" anchorCtr="0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Slide Nr. </a:t>
            </a:r>
            <a:fld id="{AD55335C-F627-4D95-98CA-738788D5686D}" type="slidenum">
              <a:rPr lang="de-DE" sz="900" smtClean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900" dirty="0">
              <a:solidFill>
                <a:schemeClr val="bg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Logo"/>
          <p:cNvPicPr>
            <a:picLocks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800" y="129600"/>
            <a:ext cx="2613600" cy="7812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AECD53A-EA30-44C2-99D2-F406BDEAD60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241" y="131235"/>
            <a:ext cx="890213" cy="54647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9FA7BDCE-9C48-4FA0-A093-DAC7B145BE95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256240" y="653770"/>
            <a:ext cx="890213" cy="16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6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22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60000" indent="-360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lang="de-DE" sz="1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20000" indent="-360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lang="de-DE" sz="1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080000" indent="-360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lang="de-DE" sz="1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438275" indent="-360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lang="de-DE" sz="1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800000" indent="-360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lang="de-DE" sz="1800" kern="120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8CA5C-2FD0-7267-752C-ACA39679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C6151243-83C0-4BBA-2F16-B80F2E307564}"/>
              </a:ext>
            </a:extLst>
          </p:cNvPr>
          <p:cNvSpPr/>
          <p:nvPr/>
        </p:nvSpPr>
        <p:spPr>
          <a:xfrm>
            <a:off x="4511824" y="4714416"/>
            <a:ext cx="3312368" cy="658800"/>
          </a:xfrm>
          <a:prstGeom prst="rect">
            <a:avLst/>
          </a:prstGeom>
          <a:solidFill>
            <a:srgbClr val="EBEBE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F4F39F7-30F5-9ED5-FF0A-C4FF401E3C4B}"/>
              </a:ext>
            </a:extLst>
          </p:cNvPr>
          <p:cNvGrpSpPr/>
          <p:nvPr/>
        </p:nvGrpSpPr>
        <p:grpSpPr>
          <a:xfrm>
            <a:off x="3202719" y="2596119"/>
            <a:ext cx="5799265" cy="3738117"/>
            <a:chOff x="2954754" y="2204008"/>
            <a:chExt cx="5799265" cy="3738117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A3292B52-AC33-A6EF-B917-5D5136A1AC86}"/>
                </a:ext>
              </a:extLst>
            </p:cNvPr>
            <p:cNvSpPr/>
            <p:nvPr/>
          </p:nvSpPr>
          <p:spPr>
            <a:xfrm rot="5400000">
              <a:off x="5531741" y="2047492"/>
              <a:ext cx="670047" cy="98308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89611" tIns="44805" rIns="89611" bIns="44805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Leelawadee UI" panose="020B0502040204020203" pitchFamily="34" charset="-34"/>
              </a:endParaRPr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4D895390-D2D1-A883-3654-EA72BCBAB72D}"/>
                </a:ext>
              </a:extLst>
            </p:cNvPr>
            <p:cNvSpPr/>
            <p:nvPr/>
          </p:nvSpPr>
          <p:spPr>
            <a:xfrm>
              <a:off x="2954754" y="2204008"/>
              <a:ext cx="2901600" cy="3738117"/>
            </a:xfrm>
            <a:prstGeom prst="parallelogram">
              <a:avLst>
                <a:gd name="adj" fmla="val 72972"/>
              </a:avLst>
            </a:prstGeom>
            <a:solidFill>
              <a:schemeClr val="bg2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89611" tIns="44805" rIns="89611" bIns="44805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Leelawadee UI" panose="020B0502040204020203" pitchFamily="34" charset="-34"/>
              </a:endParaRPr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541970B9-0890-12DF-8A5A-DA61CF310371}"/>
                </a:ext>
              </a:extLst>
            </p:cNvPr>
            <p:cNvSpPr/>
            <p:nvPr/>
          </p:nvSpPr>
          <p:spPr>
            <a:xfrm flipH="1">
              <a:off x="5854183" y="2204008"/>
              <a:ext cx="2899836" cy="3738117"/>
            </a:xfrm>
            <a:prstGeom prst="parallelogram">
              <a:avLst>
                <a:gd name="adj" fmla="val 72972"/>
              </a:avLst>
            </a:prstGeom>
            <a:solidFill>
              <a:schemeClr val="bg2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89611" tIns="44805" rIns="89611" bIns="44805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Leelawadee UI" panose="020B0502040204020203" pitchFamily="34" charset="-34"/>
              </a:endParaRPr>
            </a:p>
          </p:txBody>
        </p:sp>
      </p:grpSp>
      <p:sp>
        <p:nvSpPr>
          <p:cNvPr id="26" name="Rechteck 25">
            <a:extLst>
              <a:ext uri="{FF2B5EF4-FFF2-40B4-BE49-F238E27FC236}">
                <a16:creationId xmlns:a16="http://schemas.microsoft.com/office/drawing/2014/main" id="{5A6D2747-4CFB-9F57-68ED-8EA75D788A79}"/>
              </a:ext>
            </a:extLst>
          </p:cNvPr>
          <p:cNvSpPr/>
          <p:nvPr/>
        </p:nvSpPr>
        <p:spPr>
          <a:xfrm rot="5400000">
            <a:off x="5774000" y="2154943"/>
            <a:ext cx="659873" cy="15525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9611" tIns="44805" rIns="89611" bIns="44805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Leelawadee UI" panose="020B0502040204020203" pitchFamily="34" charset="-34"/>
            </a:endParaRPr>
          </a:p>
        </p:txBody>
      </p:sp>
      <p:cxnSp>
        <p:nvCxnSpPr>
          <p:cNvPr id="27" name="Verbinder: gekrümmt 26">
            <a:extLst>
              <a:ext uri="{FF2B5EF4-FFF2-40B4-BE49-F238E27FC236}">
                <a16:creationId xmlns:a16="http://schemas.microsoft.com/office/drawing/2014/main" id="{A091FC35-7543-6540-5AA5-40C2C1F3BE1F}"/>
              </a:ext>
            </a:extLst>
          </p:cNvPr>
          <p:cNvCxnSpPr>
            <a:cxnSpLocks/>
            <a:stCxn id="28" idx="0"/>
            <a:endCxn id="29" idx="0"/>
          </p:cNvCxnSpPr>
          <p:nvPr/>
        </p:nvCxnSpPr>
        <p:spPr>
          <a:xfrm rot="16200000" flipH="1">
            <a:off x="6099408" y="2488622"/>
            <a:ext cx="25719" cy="1389680"/>
          </a:xfrm>
          <a:prstGeom prst="curvedConnector3">
            <a:avLst>
              <a:gd name="adj1" fmla="val -1153182"/>
            </a:avLst>
          </a:prstGeom>
          <a:ln w="762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13A8FF40-2F13-0AC6-B0A5-853A244FE159}"/>
              </a:ext>
            </a:extLst>
          </p:cNvPr>
          <p:cNvSpPr/>
          <p:nvPr/>
        </p:nvSpPr>
        <p:spPr>
          <a:xfrm rot="1761474">
            <a:off x="5310117" y="3161355"/>
            <a:ext cx="144016" cy="1440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6D33B47-1BC3-90D7-909C-4A30A8C5412D}"/>
              </a:ext>
            </a:extLst>
          </p:cNvPr>
          <p:cNvSpPr/>
          <p:nvPr/>
        </p:nvSpPr>
        <p:spPr>
          <a:xfrm rot="19780970">
            <a:off x="6771449" y="3186474"/>
            <a:ext cx="144016" cy="1440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FB5EC137-2FD1-D22B-AF95-4B9D3D449F40}"/>
              </a:ext>
            </a:extLst>
          </p:cNvPr>
          <p:cNvCxnSpPr>
            <a:cxnSpLocks/>
          </p:cNvCxnSpPr>
          <p:nvPr/>
        </p:nvCxnSpPr>
        <p:spPr>
          <a:xfrm flipH="1">
            <a:off x="5428491" y="1993388"/>
            <a:ext cx="646870" cy="1127927"/>
          </a:xfrm>
          <a:prstGeom prst="straightConnector1">
            <a:avLst/>
          </a:prstGeom>
          <a:ln w="762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ACA70EB-64BE-E039-8746-02C8008C7C4F}"/>
              </a:ext>
            </a:extLst>
          </p:cNvPr>
          <p:cNvCxnSpPr>
            <a:cxnSpLocks/>
          </p:cNvCxnSpPr>
          <p:nvPr/>
        </p:nvCxnSpPr>
        <p:spPr>
          <a:xfrm>
            <a:off x="6127797" y="2030533"/>
            <a:ext cx="677173" cy="1132660"/>
          </a:xfrm>
          <a:prstGeom prst="straightConnector1">
            <a:avLst/>
          </a:prstGeom>
          <a:ln w="762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Gleichschenkliges Dreieck 31">
            <a:extLst>
              <a:ext uri="{FF2B5EF4-FFF2-40B4-BE49-F238E27FC236}">
                <a16:creationId xmlns:a16="http://schemas.microsoft.com/office/drawing/2014/main" id="{7D67BA83-4637-C41E-4DD7-E3408294F174}"/>
              </a:ext>
            </a:extLst>
          </p:cNvPr>
          <p:cNvSpPr/>
          <p:nvPr/>
        </p:nvSpPr>
        <p:spPr>
          <a:xfrm>
            <a:off x="5358000" y="1219201"/>
            <a:ext cx="1476000" cy="1279927"/>
          </a:xfrm>
          <a:prstGeom prst="triangle">
            <a:avLst/>
          </a:prstGeom>
          <a:solidFill>
            <a:srgbClr val="00549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252000" rtlCol="0" anchor="ctr"/>
          <a:lstStyle/>
          <a:p>
            <a:pPr algn="ctr" defTabSz="609585"/>
            <a:r>
              <a:rPr lang="en-US" sz="1050" b="1" kern="0" dirty="0">
                <a:solidFill>
                  <a:srgbClr val="FFFFFF"/>
                </a:solidFill>
                <a:cs typeface="Leelawadee UI" panose="020B0502040204020203" pitchFamily="34" charset="-34"/>
              </a:rPr>
              <a:t>Remote Operations</a:t>
            </a:r>
          </a:p>
          <a:p>
            <a:pPr algn="ctr" defTabSz="609585"/>
            <a:r>
              <a:rPr lang="en-US" sz="800" kern="0" dirty="0">
                <a:solidFill>
                  <a:srgbClr val="FFFFFF"/>
                </a:solidFill>
                <a:cs typeface="Leelawadee UI" panose="020B0502040204020203" pitchFamily="34" charset="-34"/>
              </a:rPr>
              <a:t>Monitoring, Assistance, Intervention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4927EF1-13DA-ACD8-7DF3-E170FD2019E4}"/>
              </a:ext>
            </a:extLst>
          </p:cNvPr>
          <p:cNvSpPr/>
          <p:nvPr/>
        </p:nvSpPr>
        <p:spPr>
          <a:xfrm rot="5400000">
            <a:off x="4662686" y="4922068"/>
            <a:ext cx="174623" cy="2491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9611" tIns="44805" rIns="89611" bIns="44805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1CD5390-FB0F-5731-649E-0FBCFAC46519}"/>
              </a:ext>
            </a:extLst>
          </p:cNvPr>
          <p:cNvSpPr/>
          <p:nvPr/>
        </p:nvSpPr>
        <p:spPr>
          <a:xfrm rot="5400000">
            <a:off x="7173889" y="4843440"/>
            <a:ext cx="644305" cy="39978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9611" tIns="44805" rIns="89611" bIns="44805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2EB1878-732E-DF07-3A4F-7430344B2B25}"/>
              </a:ext>
            </a:extLst>
          </p:cNvPr>
          <p:cNvSpPr/>
          <p:nvPr/>
        </p:nvSpPr>
        <p:spPr>
          <a:xfrm rot="5400000">
            <a:off x="4383133" y="4840065"/>
            <a:ext cx="644306" cy="40653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9611" tIns="44805" rIns="89611" bIns="44805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Leelawadee UI" panose="020B0502040204020203" pitchFamily="34" charset="-34"/>
            </a:endParaRP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36709B7E-CE90-8D47-9A58-DF4614E8C3A1}"/>
              </a:ext>
            </a:extLst>
          </p:cNvPr>
          <p:cNvCxnSpPr>
            <a:cxnSpLocks/>
          </p:cNvCxnSpPr>
          <p:nvPr/>
        </p:nvCxnSpPr>
        <p:spPr>
          <a:xfrm>
            <a:off x="4530257" y="5046144"/>
            <a:ext cx="3109887" cy="0"/>
          </a:xfrm>
          <a:prstGeom prst="straightConnector1">
            <a:avLst/>
          </a:prstGeom>
          <a:ln w="762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bgerundetes Rechteck 51">
            <a:extLst>
              <a:ext uri="{FF2B5EF4-FFF2-40B4-BE49-F238E27FC236}">
                <a16:creationId xmlns:a16="http://schemas.microsoft.com/office/drawing/2014/main" id="{BAA717DD-FB53-C8BB-BD16-48601BCDD10E}"/>
              </a:ext>
            </a:extLst>
          </p:cNvPr>
          <p:cNvSpPr/>
          <p:nvPr/>
        </p:nvSpPr>
        <p:spPr>
          <a:xfrm rot="3619178">
            <a:off x="5907599" y="4397833"/>
            <a:ext cx="3492000" cy="490284"/>
          </a:xfrm>
          <a:prstGeom prst="roundRect">
            <a:avLst/>
          </a:prstGeom>
          <a:solidFill>
            <a:srgbClr val="00549F"/>
          </a:solidFill>
          <a:ln w="12700" cap="flat" cmpd="sng" algn="ctr">
            <a:solidFill>
              <a:srgbClr val="272B3B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Leelawadee UI" panose="020B0502040204020203" pitchFamily="34" charset="-34"/>
              </a:rPr>
              <a:t>Planning and Actuation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>
                <a:solidFill>
                  <a:srgbClr val="FFFFFF"/>
                </a:solidFill>
                <a:latin typeface="+mj-lt"/>
                <a:cs typeface="Leelawadee UI" panose="020B0502040204020203" pitchFamily="34" charset="-34"/>
              </a:rPr>
              <a:t>Navigation, Guidance, Control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39" name="Abgerundetes Rechteck 50">
            <a:extLst>
              <a:ext uri="{FF2B5EF4-FFF2-40B4-BE49-F238E27FC236}">
                <a16:creationId xmlns:a16="http://schemas.microsoft.com/office/drawing/2014/main" id="{A1EAE4C7-3503-2625-E480-681F1F98348E}"/>
              </a:ext>
            </a:extLst>
          </p:cNvPr>
          <p:cNvSpPr/>
          <p:nvPr/>
        </p:nvSpPr>
        <p:spPr>
          <a:xfrm rot="17975383">
            <a:off x="2812405" y="4394466"/>
            <a:ext cx="3492000" cy="490284"/>
          </a:xfrm>
          <a:prstGeom prst="roundRect">
            <a:avLst/>
          </a:prstGeom>
          <a:solidFill>
            <a:srgbClr val="00549F"/>
          </a:solidFill>
          <a:ln w="12700" cap="flat" cmpd="sng" algn="ctr">
            <a:solidFill>
              <a:srgbClr val="272B3B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Leelawadee UI" panose="020B0502040204020203" pitchFamily="34" charset="-34"/>
              </a:rPr>
              <a:t>World Modeling</a:t>
            </a:r>
          </a:p>
          <a:p>
            <a:pPr lvl="0" algn="ctr" defTabSz="609585">
              <a:defRPr/>
            </a:pPr>
            <a:r>
              <a:rPr lang="en-US" sz="800" kern="0" dirty="0">
                <a:solidFill>
                  <a:srgbClr val="FFFFFF"/>
                </a:solidFill>
                <a:cs typeface="Leelawadee UI" panose="020B0502040204020203" pitchFamily="34" charset="-34"/>
              </a:rPr>
              <a:t>Sensing, </a:t>
            </a:r>
            <a:r>
              <a:rPr lang="en-US" sz="800" kern="0" dirty="0">
                <a:solidFill>
                  <a:srgbClr val="FFFFFF"/>
                </a:solidFill>
                <a:latin typeface="+mj-lt"/>
                <a:cs typeface="Leelawadee UI" panose="020B0502040204020203" pitchFamily="34" charset="-34"/>
              </a:rPr>
              <a:t>Perception, Prediction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40" name="Abgerundetes Rechteck 62">
            <a:extLst>
              <a:ext uri="{FF2B5EF4-FFF2-40B4-BE49-F238E27FC236}">
                <a16:creationId xmlns:a16="http://schemas.microsoft.com/office/drawing/2014/main" id="{5F6D6CE7-A3B2-92C4-22DB-95D60F851968}"/>
              </a:ext>
            </a:extLst>
          </p:cNvPr>
          <p:cNvSpPr/>
          <p:nvPr/>
        </p:nvSpPr>
        <p:spPr>
          <a:xfrm>
            <a:off x="4922628" y="4801344"/>
            <a:ext cx="2346745" cy="489600"/>
          </a:xfrm>
          <a:prstGeom prst="roundRect">
            <a:avLst/>
          </a:prstGeom>
          <a:solidFill>
            <a:srgbClr val="00549F"/>
          </a:solidFill>
          <a:ln w="1333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Leelawadee UI" panose="020B0502040204020203" pitchFamily="34" charset="-34"/>
              </a:rPr>
              <a:t>Safety Fallbacks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>
                <a:solidFill>
                  <a:srgbClr val="FFFFFF"/>
                </a:solidFill>
                <a:latin typeface="+mj-lt"/>
                <a:cs typeface="Leelawadee UI" panose="020B0502040204020203" pitchFamily="34" charset="-34"/>
              </a:rPr>
              <a:t>Collision Avoidance, Minimal Risk Maneuver</a:t>
            </a:r>
            <a:endParaRPr kumimoji="0" lang="en-US" sz="8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79932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k.Q2RYT2moP_HsCMgAd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k.Q2RYT2moP_HsCMgAd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ACDC_Titelfolien">
  <a:themeElements>
    <a:clrScheme name="ika-MDI-2014-12-02">
      <a:dk1>
        <a:srgbClr val="171717"/>
      </a:dk1>
      <a:lt1>
        <a:srgbClr val="FFFFFF"/>
      </a:lt1>
      <a:dk2>
        <a:srgbClr val="5E5E5E"/>
      </a:dk2>
      <a:lt2>
        <a:srgbClr val="9A9A9A"/>
      </a:lt2>
      <a:accent1>
        <a:srgbClr val="5A7E92"/>
      </a:accent1>
      <a:accent2>
        <a:srgbClr val="E57200"/>
      </a:accent2>
      <a:accent3>
        <a:srgbClr val="CC071E"/>
      </a:accent3>
      <a:accent4>
        <a:srgbClr val="FFFF00"/>
      </a:accent4>
      <a:accent5>
        <a:srgbClr val="57AB27"/>
      </a:accent5>
      <a:accent6>
        <a:srgbClr val="00549F"/>
      </a:accent6>
      <a:hlink>
        <a:srgbClr val="171717"/>
      </a:hlink>
      <a:folHlink>
        <a:srgbClr val="171717"/>
      </a:folHlink>
    </a:clrScheme>
    <a:fontScheme name="ika Schrif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SDL_Titelfolien">
  <a:themeElements>
    <a:clrScheme name="ika-MDI-2014-12-02">
      <a:dk1>
        <a:srgbClr val="171717"/>
      </a:dk1>
      <a:lt1>
        <a:srgbClr val="FFFFFF"/>
      </a:lt1>
      <a:dk2>
        <a:srgbClr val="5E5E5E"/>
      </a:dk2>
      <a:lt2>
        <a:srgbClr val="9A9A9A"/>
      </a:lt2>
      <a:accent1>
        <a:srgbClr val="5A7E92"/>
      </a:accent1>
      <a:accent2>
        <a:srgbClr val="E57200"/>
      </a:accent2>
      <a:accent3>
        <a:srgbClr val="CC071E"/>
      </a:accent3>
      <a:accent4>
        <a:srgbClr val="FFFF00"/>
      </a:accent4>
      <a:accent5>
        <a:srgbClr val="57AB27"/>
      </a:accent5>
      <a:accent6>
        <a:srgbClr val="00549F"/>
      </a:accent6>
      <a:hlink>
        <a:srgbClr val="171717"/>
      </a:hlink>
      <a:folHlink>
        <a:srgbClr val="171717"/>
      </a:folHlink>
    </a:clrScheme>
    <a:fontScheme name="ika Schrif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</Words>
  <Application>Microsoft Office PowerPoint</Application>
  <PresentationFormat>Breitbild</PresentationFormat>
  <Paragraphs>8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Calibri</vt:lpstr>
      <vt:lpstr>Leelawadee UI</vt:lpstr>
      <vt:lpstr>Myriad Pro</vt:lpstr>
      <vt:lpstr>Wingdings</vt:lpstr>
      <vt:lpstr>1_ACDC_Titelfolien</vt:lpstr>
      <vt:lpstr>SDL_Titelfolien</vt:lpstr>
      <vt:lpstr>think-cell Folie</vt:lpstr>
      <vt:lpstr>PowerPoint-Präsentation</vt:lpstr>
    </vt:vector>
  </TitlesOfParts>
  <Company>ika RWTH Aachen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A-Model</dc:title>
  <dc:creator>Bastian Lampe</dc:creator>
  <cp:lastModifiedBy>Bastian Lampe</cp:lastModifiedBy>
  <cp:revision>391</cp:revision>
  <cp:lastPrinted>2018-04-09T08:14:11Z</cp:lastPrinted>
  <dcterms:created xsi:type="dcterms:W3CDTF">2016-01-19T09:35:42Z</dcterms:created>
  <dcterms:modified xsi:type="dcterms:W3CDTF">2026-07-17T13:18:53Z</dcterms:modified>
</cp:coreProperties>
</file>